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1"/>
  </p:notesMasterIdLst>
  <p:sldIdLst>
    <p:sldId id="256" r:id="rId2"/>
    <p:sldId id="257" r:id="rId3"/>
    <p:sldId id="258" r:id="rId4"/>
    <p:sldId id="259" r:id="rId5"/>
    <p:sldId id="261" r:id="rId6"/>
    <p:sldId id="260" r:id="rId7"/>
    <p:sldId id="263" r:id="rId8"/>
    <p:sldId id="264" r:id="rId9"/>
    <p:sldId id="276" r:id="rId10"/>
    <p:sldId id="277" r:id="rId11"/>
    <p:sldId id="278" r:id="rId12"/>
    <p:sldId id="269" r:id="rId13"/>
    <p:sldId id="270" r:id="rId14"/>
    <p:sldId id="273" r:id="rId15"/>
    <p:sldId id="274" r:id="rId16"/>
    <p:sldId id="272" r:id="rId17"/>
    <p:sldId id="268" r:id="rId18"/>
    <p:sldId id="267" r:id="rId19"/>
    <p:sldId id="279" r:id="rId20"/>
  </p:sldIdLst>
  <p:sldSz cx="9144000" cy="5143500" type="screen16x9"/>
  <p:notesSz cx="6858000" cy="9144000"/>
  <p:embeddedFontLst>
    <p:embeddedFont>
      <p:font typeface="Economica" panose="020B0604020202020204" charset="0"/>
      <p:regular r:id="rId22"/>
      <p:bold r:id="rId23"/>
      <p:italic r:id="rId24"/>
      <p:boldItalic r:id="rId25"/>
    </p:embeddedFont>
    <p:embeddedFont>
      <p:font typeface="Open Sans" panose="020B060603050402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A6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5C68D0-369E-4C65-A28B-9954C67484F5}" v="40" dt="2026-07-12T07:12:48.8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987" autoAdjust="0"/>
  </p:normalViewPr>
  <p:slideViewPr>
    <p:cSldViewPr snapToGrid="0">
      <p:cViewPr varScale="1">
        <p:scale>
          <a:sx n="81" d="100"/>
          <a:sy n="81" d="100"/>
        </p:scale>
        <p:origin x="67" y="21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s KL" userId="1343d5f0f873fac5" providerId="LiveId" clId="{9F9A77C0-64A0-49BE-91BF-5486949163ED}"/>
    <pc:docChg chg="undo custSel addSld delSld modSld">
      <pc:chgData name="Kriss KL" userId="1343d5f0f873fac5" providerId="LiveId" clId="{9F9A77C0-64A0-49BE-91BF-5486949163ED}" dt="2026-07-14T14:20:15.039" v="821" actId="20577"/>
      <pc:docMkLst>
        <pc:docMk/>
      </pc:docMkLst>
      <pc:sldChg chg="modSp mod">
        <pc:chgData name="Kriss KL" userId="1343d5f0f873fac5" providerId="LiveId" clId="{9F9A77C0-64A0-49BE-91BF-5486949163ED}" dt="2026-07-14T14:20:15.039" v="821" actId="20577"/>
        <pc:sldMkLst>
          <pc:docMk/>
          <pc:sldMk cId="0" sldId="256"/>
        </pc:sldMkLst>
        <pc:spChg chg="mod">
          <ac:chgData name="Kriss KL" userId="1343d5f0f873fac5" providerId="LiveId" clId="{9F9A77C0-64A0-49BE-91BF-5486949163ED}" dt="2026-07-14T14:20:15.039" v="821" actId="20577"/>
          <ac:spMkLst>
            <pc:docMk/>
            <pc:sldMk cId="0" sldId="256"/>
            <ac:spMk id="63" creationId="{00000000-0000-0000-0000-000000000000}"/>
          </ac:spMkLst>
        </pc:spChg>
      </pc:sldChg>
      <pc:sldChg chg="modSp mod">
        <pc:chgData name="Kriss KL" userId="1343d5f0f873fac5" providerId="LiveId" clId="{9F9A77C0-64A0-49BE-91BF-5486949163ED}" dt="2026-07-11T22:21:00.778" v="778" actId="2711"/>
        <pc:sldMkLst>
          <pc:docMk/>
          <pc:sldMk cId="0" sldId="257"/>
        </pc:sldMkLst>
        <pc:spChg chg="mod">
          <ac:chgData name="Kriss KL" userId="1343d5f0f873fac5" providerId="LiveId" clId="{9F9A77C0-64A0-49BE-91BF-5486949163ED}" dt="2026-07-11T22:21:00.778" v="778" actId="2711"/>
          <ac:spMkLst>
            <pc:docMk/>
            <pc:sldMk cId="0" sldId="257"/>
            <ac:spMk id="71" creationId="{00000000-0000-0000-0000-000000000000}"/>
          </ac:spMkLst>
        </pc:spChg>
        <pc:spChg chg="mod">
          <ac:chgData name="Kriss KL" userId="1343d5f0f873fac5" providerId="LiveId" clId="{9F9A77C0-64A0-49BE-91BF-5486949163ED}" dt="2026-07-11T22:21:00.778" v="778" actId="2711"/>
          <ac:spMkLst>
            <pc:docMk/>
            <pc:sldMk cId="0" sldId="257"/>
            <ac:spMk id="72" creationId="{00000000-0000-0000-0000-000000000000}"/>
          </ac:spMkLst>
        </pc:spChg>
      </pc:sldChg>
      <pc:sldChg chg="modSp mod">
        <pc:chgData name="Kriss KL" userId="1343d5f0f873fac5" providerId="LiveId" clId="{9F9A77C0-64A0-49BE-91BF-5486949163ED}" dt="2026-07-11T22:21:40.401" v="782" actId="2711"/>
        <pc:sldMkLst>
          <pc:docMk/>
          <pc:sldMk cId="0" sldId="258"/>
        </pc:sldMkLst>
        <pc:spChg chg="mod">
          <ac:chgData name="Kriss KL" userId="1343d5f0f873fac5" providerId="LiveId" clId="{9F9A77C0-64A0-49BE-91BF-5486949163ED}" dt="2026-07-11T22:21:40.401" v="782" actId="2711"/>
          <ac:spMkLst>
            <pc:docMk/>
            <pc:sldMk cId="0" sldId="258"/>
            <ac:spMk id="9" creationId="{3CFEAF88-0F51-6E9E-F11B-C433F413F6C0}"/>
          </ac:spMkLst>
        </pc:spChg>
        <pc:spChg chg="mod">
          <ac:chgData name="Kriss KL" userId="1343d5f0f873fac5" providerId="LiveId" clId="{9F9A77C0-64A0-49BE-91BF-5486949163ED}" dt="2026-07-11T22:21:26.897" v="780" actId="2711"/>
          <ac:spMkLst>
            <pc:docMk/>
            <pc:sldMk cId="0" sldId="258"/>
            <ac:spMk id="10" creationId="{2C47F433-7FAA-E742-5323-8C5E301BBB25}"/>
          </ac:spMkLst>
        </pc:spChg>
        <pc:spChg chg="mod">
          <ac:chgData name="Kriss KL" userId="1343d5f0f873fac5" providerId="LiveId" clId="{9F9A77C0-64A0-49BE-91BF-5486949163ED}" dt="2026-07-11T22:21:26.897" v="780" actId="2711"/>
          <ac:spMkLst>
            <pc:docMk/>
            <pc:sldMk cId="0" sldId="258"/>
            <ac:spMk id="11" creationId="{A310689D-A2D7-1479-FB5A-6B73D86E0BFA}"/>
          </ac:spMkLst>
        </pc:spChg>
        <pc:spChg chg="mod">
          <ac:chgData name="Kriss KL" userId="1343d5f0f873fac5" providerId="LiveId" clId="{9F9A77C0-64A0-49BE-91BF-5486949163ED}" dt="2026-07-11T22:21:26.897" v="780" actId="2711"/>
          <ac:spMkLst>
            <pc:docMk/>
            <pc:sldMk cId="0" sldId="258"/>
            <ac:spMk id="13" creationId="{D1719092-BDF4-305B-074B-BA1D4FD2E87F}"/>
          </ac:spMkLst>
        </pc:spChg>
        <pc:spChg chg="mod">
          <ac:chgData name="Kriss KL" userId="1343d5f0f873fac5" providerId="LiveId" clId="{9F9A77C0-64A0-49BE-91BF-5486949163ED}" dt="2026-07-11T22:21:26.897" v="780" actId="2711"/>
          <ac:spMkLst>
            <pc:docMk/>
            <pc:sldMk cId="0" sldId="258"/>
            <ac:spMk id="15" creationId="{5E433E84-3323-2988-4A57-AD85BD55D758}"/>
          </ac:spMkLst>
        </pc:spChg>
        <pc:spChg chg="mod">
          <ac:chgData name="Kriss KL" userId="1343d5f0f873fac5" providerId="LiveId" clId="{9F9A77C0-64A0-49BE-91BF-5486949163ED}" dt="2026-07-11T22:21:26.897" v="780" actId="2711"/>
          <ac:spMkLst>
            <pc:docMk/>
            <pc:sldMk cId="0" sldId="258"/>
            <ac:spMk id="19" creationId="{AA41DA8A-0CEF-6B3C-0E28-E5DE068564E3}"/>
          </ac:spMkLst>
        </pc:spChg>
        <pc:spChg chg="mod">
          <ac:chgData name="Kriss KL" userId="1343d5f0f873fac5" providerId="LiveId" clId="{9F9A77C0-64A0-49BE-91BF-5486949163ED}" dt="2026-07-11T22:21:10.221" v="779" actId="2711"/>
          <ac:spMkLst>
            <pc:docMk/>
            <pc:sldMk cId="0" sldId="258"/>
            <ac:spMk id="20" creationId="{DD06302F-B81C-A7A8-A152-E0A3E16187BD}"/>
          </ac:spMkLst>
        </pc:spChg>
        <pc:spChg chg="mod">
          <ac:chgData name="Kriss KL" userId="1343d5f0f873fac5" providerId="LiveId" clId="{9F9A77C0-64A0-49BE-91BF-5486949163ED}" dt="2026-07-11T22:21:26.897" v="780" actId="2711"/>
          <ac:spMkLst>
            <pc:docMk/>
            <pc:sldMk cId="0" sldId="258"/>
            <ac:spMk id="23" creationId="{CD79948F-7917-BAC6-CBCE-1150CEA98F9C}"/>
          </ac:spMkLst>
        </pc:spChg>
        <pc:spChg chg="mod">
          <ac:chgData name="Kriss KL" userId="1343d5f0f873fac5" providerId="LiveId" clId="{9F9A77C0-64A0-49BE-91BF-5486949163ED}" dt="2026-07-11T22:21:26.897" v="780" actId="2711"/>
          <ac:spMkLst>
            <pc:docMk/>
            <pc:sldMk cId="0" sldId="258"/>
            <ac:spMk id="24" creationId="{2D667540-4D4F-02F7-7A01-CA73FBCB9AF2}"/>
          </ac:spMkLst>
        </pc:spChg>
        <pc:spChg chg="mod">
          <ac:chgData name="Kriss KL" userId="1343d5f0f873fac5" providerId="LiveId" clId="{9F9A77C0-64A0-49BE-91BF-5486949163ED}" dt="2026-07-11T22:21:26.897" v="780" actId="2711"/>
          <ac:spMkLst>
            <pc:docMk/>
            <pc:sldMk cId="0" sldId="258"/>
            <ac:spMk id="26" creationId="{6CC1A51B-EF06-8EC2-5E01-A8F38DB98CC1}"/>
          </ac:spMkLst>
        </pc:spChg>
        <pc:spChg chg="mod">
          <ac:chgData name="Kriss KL" userId="1343d5f0f873fac5" providerId="LiveId" clId="{9F9A77C0-64A0-49BE-91BF-5486949163ED}" dt="2026-07-11T22:21:26.897" v="780" actId="2711"/>
          <ac:spMkLst>
            <pc:docMk/>
            <pc:sldMk cId="0" sldId="258"/>
            <ac:spMk id="28" creationId="{0C6BC46B-FD36-E496-8C58-436418206E54}"/>
          </ac:spMkLst>
        </pc:spChg>
        <pc:spChg chg="mod">
          <ac:chgData name="Kriss KL" userId="1343d5f0f873fac5" providerId="LiveId" clId="{9F9A77C0-64A0-49BE-91BF-5486949163ED}" dt="2026-07-11T22:21:26.897" v="780" actId="2711"/>
          <ac:spMkLst>
            <pc:docMk/>
            <pc:sldMk cId="0" sldId="258"/>
            <ac:spMk id="29" creationId="{871F6798-FEA7-46E8-39A0-876A893B21E4}"/>
          </ac:spMkLst>
        </pc:spChg>
      </pc:sldChg>
      <pc:sldChg chg="modSp mod">
        <pc:chgData name="Kriss KL" userId="1343d5f0f873fac5" providerId="LiveId" clId="{9F9A77C0-64A0-49BE-91BF-5486949163ED}" dt="2026-07-11T22:20:50.529" v="777" actId="242"/>
        <pc:sldMkLst>
          <pc:docMk/>
          <pc:sldMk cId="0" sldId="259"/>
        </pc:sldMkLst>
        <pc:spChg chg="mod">
          <ac:chgData name="Kriss KL" userId="1343d5f0f873fac5" providerId="LiveId" clId="{9F9A77C0-64A0-49BE-91BF-5486949163ED}" dt="2026-07-11T22:20:50.529" v="777" actId="242"/>
          <ac:spMkLst>
            <pc:docMk/>
            <pc:sldMk cId="0" sldId="259"/>
            <ac:spMk id="85" creationId="{00000000-0000-0000-0000-000000000000}"/>
          </ac:spMkLst>
        </pc:spChg>
      </pc:sldChg>
      <pc:sldChg chg="addSp delSp modSp mod">
        <pc:chgData name="Kriss KL" userId="1343d5f0f873fac5" providerId="LiveId" clId="{9F9A77C0-64A0-49BE-91BF-5486949163ED}" dt="2026-07-11T22:13:11.746" v="607" actId="1076"/>
        <pc:sldMkLst>
          <pc:docMk/>
          <pc:sldMk cId="0" sldId="264"/>
        </pc:sldMkLst>
        <pc:spChg chg="add mod">
          <ac:chgData name="Kriss KL" userId="1343d5f0f873fac5" providerId="LiveId" clId="{9F9A77C0-64A0-49BE-91BF-5486949163ED}" dt="2026-07-11T22:13:11.746" v="607" actId="1076"/>
          <ac:spMkLst>
            <pc:docMk/>
            <pc:sldMk cId="0" sldId="264"/>
            <ac:spMk id="6" creationId="{063C4B0B-1537-E890-A089-5AC4EFAB360D}"/>
          </ac:spMkLst>
        </pc:spChg>
        <pc:spChg chg="mod">
          <ac:chgData name="Kriss KL" userId="1343d5f0f873fac5" providerId="LiveId" clId="{9F9A77C0-64A0-49BE-91BF-5486949163ED}" dt="2026-07-11T22:11:32.228" v="597" actId="1076"/>
          <ac:spMkLst>
            <pc:docMk/>
            <pc:sldMk cId="0" sldId="264"/>
            <ac:spMk id="120" creationId="{00000000-0000-0000-0000-000000000000}"/>
          </ac:spMkLst>
        </pc:spChg>
      </pc:sldChg>
      <pc:sldChg chg="addSp delSp modSp mod">
        <pc:chgData name="Kriss KL" userId="1343d5f0f873fac5" providerId="LiveId" clId="{9F9A77C0-64A0-49BE-91BF-5486949163ED}" dt="2026-07-11T21:30:47.837" v="64" actId="948"/>
        <pc:sldMkLst>
          <pc:docMk/>
          <pc:sldMk cId="0" sldId="267"/>
        </pc:sldMkLst>
        <pc:spChg chg="add mod">
          <ac:chgData name="Kriss KL" userId="1343d5f0f873fac5" providerId="LiveId" clId="{9F9A77C0-64A0-49BE-91BF-5486949163ED}" dt="2026-07-11T21:30:47.837" v="64" actId="948"/>
          <ac:spMkLst>
            <pc:docMk/>
            <pc:sldMk cId="0" sldId="267"/>
            <ac:spMk id="4" creationId="{0A41349F-EAB9-4FCA-2872-7CB765606B03}"/>
          </ac:spMkLst>
        </pc:spChg>
        <pc:spChg chg="mod">
          <ac:chgData name="Kriss KL" userId="1343d5f0f873fac5" providerId="LiveId" clId="{9F9A77C0-64A0-49BE-91BF-5486949163ED}" dt="2026-07-11T21:28:47.164" v="38" actId="242"/>
          <ac:spMkLst>
            <pc:docMk/>
            <pc:sldMk cId="0" sldId="267"/>
            <ac:spMk id="141" creationId="{00000000-0000-0000-0000-000000000000}"/>
          </ac:spMkLst>
        </pc:spChg>
      </pc:sldChg>
      <pc:sldChg chg="addSp delSp modSp mod">
        <pc:chgData name="Kriss KL" userId="1343d5f0f873fac5" providerId="LiveId" clId="{9F9A77C0-64A0-49BE-91BF-5486949163ED}" dt="2026-07-11T21:27:48.875" v="27" actId="1076"/>
        <pc:sldMkLst>
          <pc:docMk/>
          <pc:sldMk cId="29422119" sldId="268"/>
        </pc:sldMkLst>
        <pc:spChg chg="add mod">
          <ac:chgData name="Kriss KL" userId="1343d5f0f873fac5" providerId="LiveId" clId="{9F9A77C0-64A0-49BE-91BF-5486949163ED}" dt="2026-07-11T21:27:44.302" v="25" actId="1076"/>
          <ac:spMkLst>
            <pc:docMk/>
            <pc:sldMk cId="29422119" sldId="268"/>
            <ac:spMk id="6" creationId="{68744F84-538F-D2E5-9024-87AB67EFFD4A}"/>
          </ac:spMkLst>
        </pc:spChg>
        <pc:spChg chg="mod">
          <ac:chgData name="Kriss KL" userId="1343d5f0f873fac5" providerId="LiveId" clId="{9F9A77C0-64A0-49BE-91BF-5486949163ED}" dt="2026-07-11T21:27:36.775" v="20" actId="1076"/>
          <ac:spMkLst>
            <pc:docMk/>
            <pc:sldMk cId="29422119" sldId="268"/>
            <ac:spMk id="127" creationId="{00000000-0000-0000-0000-000000000000}"/>
          </ac:spMkLst>
        </pc:spChg>
        <pc:picChg chg="add mod">
          <ac:chgData name="Kriss KL" userId="1343d5f0f873fac5" providerId="LiveId" clId="{9F9A77C0-64A0-49BE-91BF-5486949163ED}" dt="2026-07-11T21:27:48.875" v="27" actId="1076"/>
          <ac:picMkLst>
            <pc:docMk/>
            <pc:sldMk cId="29422119" sldId="268"/>
            <ac:picMk id="8" creationId="{96A60B69-163A-5161-7FD1-68E8D73E1A7E}"/>
          </ac:picMkLst>
        </pc:picChg>
      </pc:sldChg>
      <pc:sldChg chg="addSp delSp modSp add mod">
        <pc:chgData name="Kriss KL" userId="1343d5f0f873fac5" providerId="LiveId" clId="{9F9A77C0-64A0-49BE-91BF-5486949163ED}" dt="2026-07-12T07:08:53.167" v="789"/>
        <pc:sldMkLst>
          <pc:docMk/>
          <pc:sldMk cId="610825690" sldId="269"/>
        </pc:sldMkLst>
        <pc:picChg chg="add mod">
          <ac:chgData name="Kriss KL" userId="1343d5f0f873fac5" providerId="LiveId" clId="{9F9A77C0-64A0-49BE-91BF-5486949163ED}" dt="2026-07-11T21:42:04.076" v="121" actId="1076"/>
          <ac:picMkLst>
            <pc:docMk/>
            <pc:sldMk cId="610825690" sldId="269"/>
            <ac:picMk id="6" creationId="{8D10EE8F-7A20-D24B-2E18-D2B030564F2D}"/>
          </ac:picMkLst>
        </pc:picChg>
        <pc:picChg chg="add mod modCrop">
          <ac:chgData name="Kriss KL" userId="1343d5f0f873fac5" providerId="LiveId" clId="{9F9A77C0-64A0-49BE-91BF-5486949163ED}" dt="2026-07-11T21:55:48.106" v="352" actId="1076"/>
          <ac:picMkLst>
            <pc:docMk/>
            <pc:sldMk cId="610825690" sldId="269"/>
            <ac:picMk id="8" creationId="{48D25523-29B1-C364-2A9E-1469BD53C722}"/>
          </ac:picMkLst>
        </pc:picChg>
        <pc:picChg chg="add mod">
          <ac:chgData name="Kriss KL" userId="1343d5f0f873fac5" providerId="LiveId" clId="{9F9A77C0-64A0-49BE-91BF-5486949163ED}" dt="2026-07-11T21:55:39.343" v="344" actId="1076"/>
          <ac:picMkLst>
            <pc:docMk/>
            <pc:sldMk cId="610825690" sldId="269"/>
            <ac:picMk id="10" creationId="{C3BF2A98-F367-D121-E099-0059917DF4C7}"/>
          </ac:picMkLst>
        </pc:picChg>
        <pc:picChg chg="add mod modCrop">
          <ac:chgData name="Kriss KL" userId="1343d5f0f873fac5" providerId="LiveId" clId="{9F9A77C0-64A0-49BE-91BF-5486949163ED}" dt="2026-07-11T21:55:40.658" v="345" actId="1076"/>
          <ac:picMkLst>
            <pc:docMk/>
            <pc:sldMk cId="610825690" sldId="269"/>
            <ac:picMk id="12" creationId="{0836DF83-056E-F17E-AF42-8A37BF183592}"/>
          </ac:picMkLst>
        </pc:picChg>
        <pc:picChg chg="add mod">
          <ac:chgData name="Kriss KL" userId="1343d5f0f873fac5" providerId="LiveId" clId="{9F9A77C0-64A0-49BE-91BF-5486949163ED}" dt="2026-07-11T21:55:24.283" v="335" actId="1076"/>
          <ac:picMkLst>
            <pc:docMk/>
            <pc:sldMk cId="610825690" sldId="269"/>
            <ac:picMk id="13" creationId="{7362DE28-AC8B-D36F-9992-1BACB07814FA}"/>
          </ac:picMkLst>
        </pc:picChg>
        <pc:picChg chg="add mod">
          <ac:chgData name="Kriss KL" userId="1343d5f0f873fac5" providerId="LiveId" clId="{9F9A77C0-64A0-49BE-91BF-5486949163ED}" dt="2026-07-11T21:55:37.263" v="343" actId="1076"/>
          <ac:picMkLst>
            <pc:docMk/>
            <pc:sldMk cId="610825690" sldId="269"/>
            <ac:picMk id="14" creationId="{74A2E723-8DB3-F20F-2B41-05FC2474CA88}"/>
          </ac:picMkLst>
        </pc:picChg>
        <pc:picChg chg="add mod">
          <ac:chgData name="Kriss KL" userId="1343d5f0f873fac5" providerId="LiveId" clId="{9F9A77C0-64A0-49BE-91BF-5486949163ED}" dt="2026-07-11T21:55:58.451" v="357" actId="688"/>
          <ac:picMkLst>
            <pc:docMk/>
            <pc:sldMk cId="610825690" sldId="269"/>
            <ac:picMk id="18" creationId="{CC2131D2-1855-A85E-6E3A-A7799DE4E72D}"/>
          </ac:picMkLst>
        </pc:picChg>
      </pc:sldChg>
      <pc:sldChg chg="addSp modSp add mod">
        <pc:chgData name="Kriss KL" userId="1343d5f0f873fac5" providerId="LiveId" clId="{9F9A77C0-64A0-49BE-91BF-5486949163ED}" dt="2026-07-11T21:56:42.011" v="376" actId="688"/>
        <pc:sldMkLst>
          <pc:docMk/>
          <pc:sldMk cId="2203647865" sldId="270"/>
        </pc:sldMkLst>
        <pc:spChg chg="mod">
          <ac:chgData name="Kriss KL" userId="1343d5f0f873fac5" providerId="LiveId" clId="{9F9A77C0-64A0-49BE-91BF-5486949163ED}" dt="2026-07-11T21:44:58.447" v="139"/>
          <ac:spMkLst>
            <pc:docMk/>
            <pc:sldMk cId="2203647865" sldId="270"/>
            <ac:spMk id="127" creationId="{F5A8218D-6CE8-D241-7F7D-FD22F081F539}"/>
          </ac:spMkLst>
        </pc:spChg>
        <pc:picChg chg="add mod">
          <ac:chgData name="Kriss KL" userId="1343d5f0f873fac5" providerId="LiveId" clId="{9F9A77C0-64A0-49BE-91BF-5486949163ED}" dt="2026-07-11T21:56:24.555" v="367" actId="1076"/>
          <ac:picMkLst>
            <pc:docMk/>
            <pc:sldMk cId="2203647865" sldId="270"/>
            <ac:picMk id="4" creationId="{0EADBB13-9215-85B5-9E51-21DA53519725}"/>
          </ac:picMkLst>
        </pc:picChg>
        <pc:picChg chg="add mod">
          <ac:chgData name="Kriss KL" userId="1343d5f0f873fac5" providerId="LiveId" clId="{9F9A77C0-64A0-49BE-91BF-5486949163ED}" dt="2026-07-11T21:56:29.765" v="370" actId="1076"/>
          <ac:picMkLst>
            <pc:docMk/>
            <pc:sldMk cId="2203647865" sldId="270"/>
            <ac:picMk id="6" creationId="{9E83C4D2-9CC3-D1A7-16A6-F98F328EF0F2}"/>
          </ac:picMkLst>
        </pc:picChg>
        <pc:picChg chg="add mod">
          <ac:chgData name="Kriss KL" userId="1343d5f0f873fac5" providerId="LiveId" clId="{9F9A77C0-64A0-49BE-91BF-5486949163ED}" dt="2026-07-11T21:56:13.287" v="362" actId="1076"/>
          <ac:picMkLst>
            <pc:docMk/>
            <pc:sldMk cId="2203647865" sldId="270"/>
            <ac:picMk id="8" creationId="{B2AE8C87-455C-80F5-96AA-91A4073742F5}"/>
          </ac:picMkLst>
        </pc:picChg>
        <pc:picChg chg="add mod">
          <ac:chgData name="Kriss KL" userId="1343d5f0f873fac5" providerId="LiveId" clId="{9F9A77C0-64A0-49BE-91BF-5486949163ED}" dt="2026-07-11T21:56:11.890" v="361" actId="1076"/>
          <ac:picMkLst>
            <pc:docMk/>
            <pc:sldMk cId="2203647865" sldId="270"/>
            <ac:picMk id="10" creationId="{BF80A900-EE1F-26B7-3FFD-1CD355D302F8}"/>
          </ac:picMkLst>
        </pc:picChg>
        <pc:picChg chg="add mod">
          <ac:chgData name="Kriss KL" userId="1343d5f0f873fac5" providerId="LiveId" clId="{9F9A77C0-64A0-49BE-91BF-5486949163ED}" dt="2026-07-11T21:56:16.487" v="364" actId="1076"/>
          <ac:picMkLst>
            <pc:docMk/>
            <pc:sldMk cId="2203647865" sldId="270"/>
            <ac:picMk id="11" creationId="{72E3AFFC-C95E-DA12-5916-2BA9B38D12B8}"/>
          </ac:picMkLst>
        </pc:picChg>
        <pc:picChg chg="add mod">
          <ac:chgData name="Kriss KL" userId="1343d5f0f873fac5" providerId="LiveId" clId="{9F9A77C0-64A0-49BE-91BF-5486949163ED}" dt="2026-07-11T21:56:32.160" v="371" actId="1076"/>
          <ac:picMkLst>
            <pc:docMk/>
            <pc:sldMk cId="2203647865" sldId="270"/>
            <ac:picMk id="12" creationId="{654E64AF-8488-AD98-58CE-96083E2E8CA8}"/>
          </ac:picMkLst>
        </pc:picChg>
        <pc:picChg chg="add mod">
          <ac:chgData name="Kriss KL" userId="1343d5f0f873fac5" providerId="LiveId" clId="{9F9A77C0-64A0-49BE-91BF-5486949163ED}" dt="2026-07-11T21:56:42.011" v="376" actId="688"/>
          <ac:picMkLst>
            <pc:docMk/>
            <pc:sldMk cId="2203647865" sldId="270"/>
            <ac:picMk id="13" creationId="{554130CD-04F2-7E51-FD04-90C777BB8702}"/>
          </ac:picMkLst>
        </pc:picChg>
      </pc:sldChg>
      <pc:sldChg chg="addSp delSp modSp add mod">
        <pc:chgData name="Kriss KL" userId="1343d5f0f873fac5" providerId="LiveId" clId="{9F9A77C0-64A0-49BE-91BF-5486949163ED}" dt="2026-07-11T21:47:32.067" v="257" actId="1076"/>
        <pc:sldMkLst>
          <pc:docMk/>
          <pc:sldMk cId="847939476" sldId="272"/>
        </pc:sldMkLst>
        <pc:spChg chg="mod">
          <ac:chgData name="Kriss KL" userId="1343d5f0f873fac5" providerId="LiveId" clId="{9F9A77C0-64A0-49BE-91BF-5486949163ED}" dt="2026-07-11T21:46:53.778" v="243" actId="20577"/>
          <ac:spMkLst>
            <pc:docMk/>
            <pc:sldMk cId="847939476" sldId="272"/>
            <ac:spMk id="127" creationId="{203EC0C9-1355-6D6A-4F83-9760FC6B3C59}"/>
          </ac:spMkLst>
        </pc:spChg>
        <pc:picChg chg="add mod">
          <ac:chgData name="Kriss KL" userId="1343d5f0f873fac5" providerId="LiveId" clId="{9F9A77C0-64A0-49BE-91BF-5486949163ED}" dt="2026-07-11T21:47:30.781" v="256" actId="1076"/>
          <ac:picMkLst>
            <pc:docMk/>
            <pc:sldMk cId="847939476" sldId="272"/>
            <ac:picMk id="6" creationId="{377973D1-9083-946C-9DF0-8C141D841B2B}"/>
          </ac:picMkLst>
        </pc:picChg>
        <pc:picChg chg="add mod">
          <ac:chgData name="Kriss KL" userId="1343d5f0f873fac5" providerId="LiveId" clId="{9F9A77C0-64A0-49BE-91BF-5486949163ED}" dt="2026-07-11T21:47:32.067" v="257" actId="1076"/>
          <ac:picMkLst>
            <pc:docMk/>
            <pc:sldMk cId="847939476" sldId="272"/>
            <ac:picMk id="8" creationId="{BD12521C-FC1D-B8C0-7157-5A2B53E61A2D}"/>
          </ac:picMkLst>
        </pc:picChg>
      </pc:sldChg>
      <pc:sldChg chg="addSp delSp modSp add mod">
        <pc:chgData name="Kriss KL" userId="1343d5f0f873fac5" providerId="LiveId" clId="{9F9A77C0-64A0-49BE-91BF-5486949163ED}" dt="2026-07-11T22:00:39.044" v="477" actId="1076"/>
        <pc:sldMkLst>
          <pc:docMk/>
          <pc:sldMk cId="1438164221" sldId="273"/>
        </pc:sldMkLst>
        <pc:spChg chg="mod">
          <ac:chgData name="Kriss KL" userId="1343d5f0f873fac5" providerId="LiveId" clId="{9F9A77C0-64A0-49BE-91BF-5486949163ED}" dt="2026-07-11T22:00:39.044" v="477" actId="1076"/>
          <ac:spMkLst>
            <pc:docMk/>
            <pc:sldMk cId="1438164221" sldId="273"/>
            <ac:spMk id="127" creationId="{586406C7-4749-6B74-B52A-96CDBCC6BB63}"/>
          </ac:spMkLst>
        </pc:spChg>
        <pc:picChg chg="add mod">
          <ac:chgData name="Kriss KL" userId="1343d5f0f873fac5" providerId="LiveId" clId="{9F9A77C0-64A0-49BE-91BF-5486949163ED}" dt="2026-07-11T21:59:36.012" v="449" actId="14100"/>
          <ac:picMkLst>
            <pc:docMk/>
            <pc:sldMk cId="1438164221" sldId="273"/>
            <ac:picMk id="5" creationId="{38E840FA-00FB-E742-4EA4-43397FEF4CBB}"/>
          </ac:picMkLst>
        </pc:picChg>
        <pc:picChg chg="add mod">
          <ac:chgData name="Kriss KL" userId="1343d5f0f873fac5" providerId="LiveId" clId="{9F9A77C0-64A0-49BE-91BF-5486949163ED}" dt="2026-07-11T22:00:06.516" v="463" actId="1076"/>
          <ac:picMkLst>
            <pc:docMk/>
            <pc:sldMk cId="1438164221" sldId="273"/>
            <ac:picMk id="9" creationId="{60233298-7B99-B41E-1FCF-F328DCF0E8B7}"/>
          </ac:picMkLst>
        </pc:picChg>
        <pc:picChg chg="add mod modCrop">
          <ac:chgData name="Kriss KL" userId="1343d5f0f873fac5" providerId="LiveId" clId="{9F9A77C0-64A0-49BE-91BF-5486949163ED}" dt="2026-07-11T22:00:13.015" v="468" actId="1076"/>
          <ac:picMkLst>
            <pc:docMk/>
            <pc:sldMk cId="1438164221" sldId="273"/>
            <ac:picMk id="12" creationId="{3FD37366-AA18-1DC3-5053-A513845A2CDA}"/>
          </ac:picMkLst>
        </pc:picChg>
        <pc:picChg chg="add mod">
          <ac:chgData name="Kriss KL" userId="1343d5f0f873fac5" providerId="LiveId" clId="{9F9A77C0-64A0-49BE-91BF-5486949163ED}" dt="2026-07-11T22:00:14.493" v="469" actId="1076"/>
          <ac:picMkLst>
            <pc:docMk/>
            <pc:sldMk cId="1438164221" sldId="273"/>
            <ac:picMk id="14" creationId="{AF673D4E-9A99-C6FD-170E-4A2A7414D2CD}"/>
          </ac:picMkLst>
        </pc:picChg>
        <pc:picChg chg="add mod">
          <ac:chgData name="Kriss KL" userId="1343d5f0f873fac5" providerId="LiveId" clId="{9F9A77C0-64A0-49BE-91BF-5486949163ED}" dt="2026-07-11T22:00:18.838" v="470"/>
          <ac:picMkLst>
            <pc:docMk/>
            <pc:sldMk cId="1438164221" sldId="273"/>
            <ac:picMk id="15" creationId="{66BDE8A4-E3E9-09FD-CB6A-C3744501D349}"/>
          </ac:picMkLst>
        </pc:picChg>
        <pc:picChg chg="add mod">
          <ac:chgData name="Kriss KL" userId="1343d5f0f873fac5" providerId="LiveId" clId="{9F9A77C0-64A0-49BE-91BF-5486949163ED}" dt="2026-07-11T22:00:28.281" v="473" actId="197"/>
          <ac:picMkLst>
            <pc:docMk/>
            <pc:sldMk cId="1438164221" sldId="273"/>
            <ac:picMk id="16" creationId="{4DC8738B-569C-5B8C-F455-3A3FFD639D98}"/>
          </ac:picMkLst>
        </pc:picChg>
        <pc:picChg chg="add mod">
          <ac:chgData name="Kriss KL" userId="1343d5f0f873fac5" providerId="LiveId" clId="{9F9A77C0-64A0-49BE-91BF-5486949163ED}" dt="2026-07-11T22:00:32.477" v="475" actId="1076"/>
          <ac:picMkLst>
            <pc:docMk/>
            <pc:sldMk cId="1438164221" sldId="273"/>
            <ac:picMk id="17" creationId="{2BE215C2-8521-3506-0365-454B5379EA77}"/>
          </ac:picMkLst>
        </pc:picChg>
      </pc:sldChg>
      <pc:sldChg chg="addSp modSp add mod">
        <pc:chgData name="Kriss KL" userId="1343d5f0f873fac5" providerId="LiveId" clId="{9F9A77C0-64A0-49BE-91BF-5486949163ED}" dt="2026-07-11T22:02:22.089" v="528" actId="1076"/>
        <pc:sldMkLst>
          <pc:docMk/>
          <pc:sldMk cId="3111459360" sldId="274"/>
        </pc:sldMkLst>
        <pc:spChg chg="mod">
          <ac:chgData name="Kriss KL" userId="1343d5f0f873fac5" providerId="LiveId" clId="{9F9A77C0-64A0-49BE-91BF-5486949163ED}" dt="2026-07-11T21:50:42.113" v="301" actId="20577"/>
          <ac:spMkLst>
            <pc:docMk/>
            <pc:sldMk cId="3111459360" sldId="274"/>
            <ac:spMk id="127" creationId="{77F878E7-9A83-AC8B-86B2-1A635BA19C13}"/>
          </ac:spMkLst>
        </pc:spChg>
        <pc:picChg chg="add mod">
          <ac:chgData name="Kriss KL" userId="1343d5f0f873fac5" providerId="LiveId" clId="{9F9A77C0-64A0-49BE-91BF-5486949163ED}" dt="2026-07-11T22:01:27.801" v="502" actId="1076"/>
          <ac:picMkLst>
            <pc:docMk/>
            <pc:sldMk cId="3111459360" sldId="274"/>
            <ac:picMk id="4" creationId="{F50EA5BE-2EAE-FDA9-45F3-06A45FC898BF}"/>
          </ac:picMkLst>
        </pc:picChg>
        <pc:picChg chg="add mod modCrop">
          <ac:chgData name="Kriss KL" userId="1343d5f0f873fac5" providerId="LiveId" clId="{9F9A77C0-64A0-49BE-91BF-5486949163ED}" dt="2026-07-11T22:01:49.233" v="515" actId="1076"/>
          <ac:picMkLst>
            <pc:docMk/>
            <pc:sldMk cId="3111459360" sldId="274"/>
            <ac:picMk id="6" creationId="{52FCEE28-275A-15DD-6A28-5D40ADDD1F77}"/>
          </ac:picMkLst>
        </pc:picChg>
        <pc:picChg chg="add mod modCrop">
          <ac:chgData name="Kriss KL" userId="1343d5f0f873fac5" providerId="LiveId" clId="{9F9A77C0-64A0-49BE-91BF-5486949163ED}" dt="2026-07-11T22:02:18.580" v="527" actId="1076"/>
          <ac:picMkLst>
            <pc:docMk/>
            <pc:sldMk cId="3111459360" sldId="274"/>
            <ac:picMk id="8" creationId="{64CE87C1-2F1F-E9F0-D47A-2A56397B4C62}"/>
          </ac:picMkLst>
        </pc:picChg>
        <pc:picChg chg="add mod modCrop">
          <ac:chgData name="Kriss KL" userId="1343d5f0f873fac5" providerId="LiveId" clId="{9F9A77C0-64A0-49BE-91BF-5486949163ED}" dt="2026-07-11T22:02:22.089" v="528" actId="1076"/>
          <ac:picMkLst>
            <pc:docMk/>
            <pc:sldMk cId="3111459360" sldId="274"/>
            <ac:picMk id="10" creationId="{D30A073A-0278-1A7A-66A2-4860496E1359}"/>
          </ac:picMkLst>
        </pc:picChg>
        <pc:picChg chg="add mod">
          <ac:chgData name="Kriss KL" userId="1343d5f0f873fac5" providerId="LiveId" clId="{9F9A77C0-64A0-49BE-91BF-5486949163ED}" dt="2026-07-11T22:02:01.246" v="520" actId="14100"/>
          <ac:picMkLst>
            <pc:docMk/>
            <pc:sldMk cId="3111459360" sldId="274"/>
            <ac:picMk id="11" creationId="{8C1C0CC0-0090-0373-C334-D9D3CD0DF7B3}"/>
          </ac:picMkLst>
        </pc:picChg>
        <pc:picChg chg="add mod">
          <ac:chgData name="Kriss KL" userId="1343d5f0f873fac5" providerId="LiveId" clId="{9F9A77C0-64A0-49BE-91BF-5486949163ED}" dt="2026-07-11T22:02:14.482" v="526" actId="1076"/>
          <ac:picMkLst>
            <pc:docMk/>
            <pc:sldMk cId="3111459360" sldId="274"/>
            <ac:picMk id="12" creationId="{82A52835-E5B1-0067-1BC0-667C09F4CDCB}"/>
          </ac:picMkLst>
        </pc:picChg>
      </pc:sldChg>
      <pc:sldChg chg="modSp add mod">
        <pc:chgData name="Kriss KL" userId="1343d5f0f873fac5" providerId="LiveId" clId="{9F9A77C0-64A0-49BE-91BF-5486949163ED}" dt="2026-07-11T22:14:45.131" v="641" actId="1076"/>
        <pc:sldMkLst>
          <pc:docMk/>
          <pc:sldMk cId="4188682596" sldId="276"/>
        </pc:sldMkLst>
        <pc:spChg chg="mod">
          <ac:chgData name="Kriss KL" userId="1343d5f0f873fac5" providerId="LiveId" clId="{9F9A77C0-64A0-49BE-91BF-5486949163ED}" dt="2026-07-11T22:14:45.131" v="641" actId="1076"/>
          <ac:spMkLst>
            <pc:docMk/>
            <pc:sldMk cId="4188682596" sldId="276"/>
            <ac:spMk id="6" creationId="{05DE19E3-47BC-CCA4-BE96-26B42F6F842B}"/>
          </ac:spMkLst>
        </pc:spChg>
        <pc:spChg chg="mod">
          <ac:chgData name="Kriss KL" userId="1343d5f0f873fac5" providerId="LiveId" clId="{9F9A77C0-64A0-49BE-91BF-5486949163ED}" dt="2026-07-11T22:13:32.824" v="620" actId="20577"/>
          <ac:spMkLst>
            <pc:docMk/>
            <pc:sldMk cId="4188682596" sldId="276"/>
            <ac:spMk id="120" creationId="{2D13FECF-127A-10F2-51BE-91CD3914AAF7}"/>
          </ac:spMkLst>
        </pc:spChg>
      </pc:sldChg>
      <pc:sldChg chg="addSp delSp modSp add mod">
        <pc:chgData name="Kriss KL" userId="1343d5f0f873fac5" providerId="LiveId" clId="{9F9A77C0-64A0-49BE-91BF-5486949163ED}" dt="2026-07-11T22:18:58.763" v="725" actId="208"/>
        <pc:sldMkLst>
          <pc:docMk/>
          <pc:sldMk cId="359333763" sldId="277"/>
        </pc:sldMkLst>
        <pc:spChg chg="add mod">
          <ac:chgData name="Kriss KL" userId="1343d5f0f873fac5" providerId="LiveId" clId="{9F9A77C0-64A0-49BE-91BF-5486949163ED}" dt="2026-07-11T22:18:06.844" v="721" actId="1076"/>
          <ac:spMkLst>
            <pc:docMk/>
            <pc:sldMk cId="359333763" sldId="277"/>
            <ac:spMk id="9" creationId="{987EF5DB-8814-2E10-89D8-53F697F7B02A}"/>
          </ac:spMkLst>
        </pc:spChg>
        <pc:spChg chg="mod">
          <ac:chgData name="Kriss KL" userId="1343d5f0f873fac5" providerId="LiveId" clId="{9F9A77C0-64A0-49BE-91BF-5486949163ED}" dt="2026-07-11T22:17:13.811" v="708" actId="20577"/>
          <ac:spMkLst>
            <pc:docMk/>
            <pc:sldMk cId="359333763" sldId="277"/>
            <ac:spMk id="120" creationId="{5F2C955B-C35C-3B9B-F901-C4EEAA435650}"/>
          </ac:spMkLst>
        </pc:spChg>
        <pc:cxnChg chg="add mod">
          <ac:chgData name="Kriss KL" userId="1343d5f0f873fac5" providerId="LiveId" clId="{9F9A77C0-64A0-49BE-91BF-5486949163ED}" dt="2026-07-11T22:18:58.763" v="725" actId="208"/>
          <ac:cxnSpMkLst>
            <pc:docMk/>
            <pc:sldMk cId="359333763" sldId="277"/>
            <ac:cxnSpMk id="11" creationId="{876EB41F-255B-9042-43A7-C2F61EF099F0}"/>
          </ac:cxnSpMkLst>
        </pc:cxnChg>
      </pc:sldChg>
      <pc:sldChg chg="addSp delSp modSp add mod">
        <pc:chgData name="Kriss KL" userId="1343d5f0f873fac5" providerId="LiveId" clId="{9F9A77C0-64A0-49BE-91BF-5486949163ED}" dt="2026-07-12T07:13:09.044" v="819" actId="14100"/>
        <pc:sldMkLst>
          <pc:docMk/>
          <pc:sldMk cId="2130503826" sldId="278"/>
        </pc:sldMkLst>
        <pc:spChg chg="add mod">
          <ac:chgData name="Kriss KL" userId="1343d5f0f873fac5" providerId="LiveId" clId="{9F9A77C0-64A0-49BE-91BF-5486949163ED}" dt="2026-07-12T07:08:21.805" v="785" actId="1076"/>
          <ac:spMkLst>
            <pc:docMk/>
            <pc:sldMk cId="2130503826" sldId="278"/>
            <ac:spMk id="4" creationId="{33A59CEF-B766-A1BA-BC33-7505159F3508}"/>
          </ac:spMkLst>
        </pc:spChg>
        <pc:spChg chg="mod">
          <ac:chgData name="Kriss KL" userId="1343d5f0f873fac5" providerId="LiveId" clId="{9F9A77C0-64A0-49BE-91BF-5486949163ED}" dt="2026-07-11T22:19:31.276" v="735" actId="1076"/>
          <ac:spMkLst>
            <pc:docMk/>
            <pc:sldMk cId="2130503826" sldId="278"/>
            <ac:spMk id="120" creationId="{AFCBCF25-6033-3381-04BD-124256BE285F}"/>
          </ac:spMkLst>
        </pc:spChg>
        <pc:picChg chg="add mod">
          <ac:chgData name="Kriss KL" userId="1343d5f0f873fac5" providerId="LiveId" clId="{9F9A77C0-64A0-49BE-91BF-5486949163ED}" dt="2026-07-12T07:12:43.075" v="808" actId="1076"/>
          <ac:picMkLst>
            <pc:docMk/>
            <pc:sldMk cId="2130503826" sldId="278"/>
            <ac:picMk id="6" creationId="{D1446A77-F959-6E5A-35DE-09E7AAB494C0}"/>
          </ac:picMkLst>
        </pc:picChg>
        <pc:picChg chg="add mod">
          <ac:chgData name="Kriss KL" userId="1343d5f0f873fac5" providerId="LiveId" clId="{9F9A77C0-64A0-49BE-91BF-5486949163ED}" dt="2026-07-12T07:12:50.794" v="812" actId="1076"/>
          <ac:picMkLst>
            <pc:docMk/>
            <pc:sldMk cId="2130503826" sldId="278"/>
            <ac:picMk id="8" creationId="{F5C0A6F6-24EF-F0A2-3258-1107F11597B3}"/>
          </ac:picMkLst>
        </pc:picChg>
        <pc:picChg chg="add mod">
          <ac:chgData name="Kriss KL" userId="1343d5f0f873fac5" providerId="LiveId" clId="{9F9A77C0-64A0-49BE-91BF-5486949163ED}" dt="2026-07-12T07:13:09.044" v="819" actId="14100"/>
          <ac:picMkLst>
            <pc:docMk/>
            <pc:sldMk cId="2130503826" sldId="278"/>
            <ac:picMk id="9" creationId="{465DC9C4-8146-2693-27F4-87254BCCD163}"/>
          </ac:picMkLst>
        </pc:picChg>
      </pc:sldChg>
      <pc:sldChg chg="delSp modSp add mod">
        <pc:chgData name="Kriss KL" userId="1343d5f0f873fac5" providerId="LiveId" clId="{9F9A77C0-64A0-49BE-91BF-5486949163ED}" dt="2026-07-11T22:20:16.032" v="773" actId="20577"/>
        <pc:sldMkLst>
          <pc:docMk/>
          <pc:sldMk cId="2892950583" sldId="279"/>
        </pc:sldMkLst>
        <pc:spChg chg="mod">
          <ac:chgData name="Kriss KL" userId="1343d5f0f873fac5" providerId="LiveId" clId="{9F9A77C0-64A0-49BE-91BF-5486949163ED}" dt="2026-07-11T22:20:16.032" v="773" actId="20577"/>
          <ac:spMkLst>
            <pc:docMk/>
            <pc:sldMk cId="2892950583" sldId="279"/>
            <ac:spMk id="141" creationId="{253585B6-E916-95D9-5CF8-26C0C6311AD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1013748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0ddf966691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0ddf966691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e16b2ada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e16b2ada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e16b2adad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e16b2adad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e16b2adad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e16b2adad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e16b2adad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e16b2adad1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e16b2adad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e16b2adad1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e16b2adad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35C89A2E-3291-DDDB-7D46-5DAEC297A7CB}"/>
            </a:ext>
          </a:extLst>
        </p:cNvPr>
        <p:cNvGrpSpPr/>
        <p:nvPr/>
      </p:nvGrpSpPr>
      <p:grpSpPr>
        <a:xfrm>
          <a:off x="0" y="0"/>
          <a:ext cx="0" cy="0"/>
          <a:chOff x="0" y="0"/>
          <a:chExt cx="0" cy="0"/>
        </a:xfrm>
      </p:grpSpPr>
      <p:sp>
        <p:nvSpPr>
          <p:cNvPr id="117" name="Google Shape;117;g2e16b2adad1_0_35:notes">
            <a:extLst>
              <a:ext uri="{FF2B5EF4-FFF2-40B4-BE49-F238E27FC236}">
                <a16:creationId xmlns:a16="http://schemas.microsoft.com/office/drawing/2014/main" id="{90826E67-ED35-90F9-2EEC-03452F583E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e16b2adad1_0_35:notes">
            <a:extLst>
              <a:ext uri="{FF2B5EF4-FFF2-40B4-BE49-F238E27FC236}">
                <a16:creationId xmlns:a16="http://schemas.microsoft.com/office/drawing/2014/main" id="{7D2A9F28-8D7A-0B1D-619C-4B9A64CF3C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441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87ECDF95-EDB4-7EE4-B629-B47257E4FCAF}"/>
            </a:ext>
          </a:extLst>
        </p:cNvPr>
        <p:cNvGrpSpPr/>
        <p:nvPr/>
      </p:nvGrpSpPr>
      <p:grpSpPr>
        <a:xfrm>
          <a:off x="0" y="0"/>
          <a:ext cx="0" cy="0"/>
          <a:chOff x="0" y="0"/>
          <a:chExt cx="0" cy="0"/>
        </a:xfrm>
      </p:grpSpPr>
      <p:sp>
        <p:nvSpPr>
          <p:cNvPr id="117" name="Google Shape;117;g2e16b2adad1_0_35:notes">
            <a:extLst>
              <a:ext uri="{FF2B5EF4-FFF2-40B4-BE49-F238E27FC236}">
                <a16:creationId xmlns:a16="http://schemas.microsoft.com/office/drawing/2014/main" id="{286D2675-A649-2A35-07D0-51354138F5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e16b2adad1_0_35:notes">
            <a:extLst>
              <a:ext uri="{FF2B5EF4-FFF2-40B4-BE49-F238E27FC236}">
                <a16:creationId xmlns:a16="http://schemas.microsoft.com/office/drawing/2014/main" id="{71EA30CF-56C8-F32E-0EFE-D2D43FF8EE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5848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39E2A053-B7AD-C9F2-90E6-95596EC2E45E}"/>
            </a:ext>
          </a:extLst>
        </p:cNvPr>
        <p:cNvGrpSpPr/>
        <p:nvPr/>
      </p:nvGrpSpPr>
      <p:grpSpPr>
        <a:xfrm>
          <a:off x="0" y="0"/>
          <a:ext cx="0" cy="0"/>
          <a:chOff x="0" y="0"/>
          <a:chExt cx="0" cy="0"/>
        </a:xfrm>
      </p:grpSpPr>
      <p:sp>
        <p:nvSpPr>
          <p:cNvPr id="117" name="Google Shape;117;g2e16b2adad1_0_35:notes">
            <a:extLst>
              <a:ext uri="{FF2B5EF4-FFF2-40B4-BE49-F238E27FC236}">
                <a16:creationId xmlns:a16="http://schemas.microsoft.com/office/drawing/2014/main" id="{772642D1-BA93-0023-43BA-0C993F8981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e16b2adad1_0_35:notes">
            <a:extLst>
              <a:ext uri="{FF2B5EF4-FFF2-40B4-BE49-F238E27FC236}">
                <a16:creationId xmlns:a16="http://schemas.microsoft.com/office/drawing/2014/main" id="{BD87DF75-BA26-F973-99F2-5770239899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7259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30817183-137E-1E92-B21A-F31C53AA845A}"/>
            </a:ext>
          </a:extLst>
        </p:cNvPr>
        <p:cNvGrpSpPr/>
        <p:nvPr/>
      </p:nvGrpSpPr>
      <p:grpSpPr>
        <a:xfrm>
          <a:off x="0" y="0"/>
          <a:ext cx="0" cy="0"/>
          <a:chOff x="0" y="0"/>
          <a:chExt cx="0" cy="0"/>
        </a:xfrm>
      </p:grpSpPr>
      <p:sp>
        <p:nvSpPr>
          <p:cNvPr id="124" name="Google Shape;124;g2e16b2adad1_0_40:notes">
            <a:extLst>
              <a:ext uri="{FF2B5EF4-FFF2-40B4-BE49-F238E27FC236}">
                <a16:creationId xmlns:a16="http://schemas.microsoft.com/office/drawing/2014/main" id="{BA3DB4F5-868D-72DF-6146-CA80828A6A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e16b2adad1_0_40:notes">
            <a:extLst>
              <a:ext uri="{FF2B5EF4-FFF2-40B4-BE49-F238E27FC236}">
                <a16:creationId xmlns:a16="http://schemas.microsoft.com/office/drawing/2014/main" id="{A20865F9-85D9-2362-7E97-C25DCAC7BE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0152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C8937ABB-70AF-B26C-B8C0-DC8AC3946822}"/>
            </a:ext>
          </a:extLst>
        </p:cNvPr>
        <p:cNvGrpSpPr/>
        <p:nvPr/>
      </p:nvGrpSpPr>
      <p:grpSpPr>
        <a:xfrm>
          <a:off x="0" y="0"/>
          <a:ext cx="0" cy="0"/>
          <a:chOff x="0" y="0"/>
          <a:chExt cx="0" cy="0"/>
        </a:xfrm>
      </p:grpSpPr>
      <p:sp>
        <p:nvSpPr>
          <p:cNvPr id="124" name="Google Shape;124;g2e16b2adad1_0_40:notes">
            <a:extLst>
              <a:ext uri="{FF2B5EF4-FFF2-40B4-BE49-F238E27FC236}">
                <a16:creationId xmlns:a16="http://schemas.microsoft.com/office/drawing/2014/main" id="{1F086CF4-0EBF-3A9E-AB69-96455D68D2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e16b2adad1_0_40:notes">
            <a:extLst>
              <a:ext uri="{FF2B5EF4-FFF2-40B4-BE49-F238E27FC236}">
                <a16:creationId xmlns:a16="http://schemas.microsoft.com/office/drawing/2014/main" id="{EA9E2D4E-5390-50DF-458B-D0F29DA7AB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7179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8D3AF14D-190A-73D8-380F-9CAA36C4813D}"/>
            </a:ext>
          </a:extLst>
        </p:cNvPr>
        <p:cNvGrpSpPr/>
        <p:nvPr/>
      </p:nvGrpSpPr>
      <p:grpSpPr>
        <a:xfrm>
          <a:off x="0" y="0"/>
          <a:ext cx="0" cy="0"/>
          <a:chOff x="0" y="0"/>
          <a:chExt cx="0" cy="0"/>
        </a:xfrm>
      </p:grpSpPr>
      <p:sp>
        <p:nvSpPr>
          <p:cNvPr id="124" name="Google Shape;124;g2e16b2adad1_0_40:notes">
            <a:extLst>
              <a:ext uri="{FF2B5EF4-FFF2-40B4-BE49-F238E27FC236}">
                <a16:creationId xmlns:a16="http://schemas.microsoft.com/office/drawing/2014/main" id="{4E9FE22A-94CC-F983-8603-A953ABBE1B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e16b2adad1_0_40:notes">
            <a:extLst>
              <a:ext uri="{FF2B5EF4-FFF2-40B4-BE49-F238E27FC236}">
                <a16:creationId xmlns:a16="http://schemas.microsoft.com/office/drawing/2014/main" id="{E927A0C2-871D-8D22-E281-BB456734D9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41668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B2C90D4A-37BE-4F84-D26B-B6E9E43C4F2F}"/>
            </a:ext>
          </a:extLst>
        </p:cNvPr>
        <p:cNvGrpSpPr/>
        <p:nvPr/>
      </p:nvGrpSpPr>
      <p:grpSpPr>
        <a:xfrm>
          <a:off x="0" y="0"/>
          <a:ext cx="0" cy="0"/>
          <a:chOff x="0" y="0"/>
          <a:chExt cx="0" cy="0"/>
        </a:xfrm>
      </p:grpSpPr>
      <p:sp>
        <p:nvSpPr>
          <p:cNvPr id="124" name="Google Shape;124;g2e16b2adad1_0_40:notes">
            <a:extLst>
              <a:ext uri="{FF2B5EF4-FFF2-40B4-BE49-F238E27FC236}">
                <a16:creationId xmlns:a16="http://schemas.microsoft.com/office/drawing/2014/main" id="{005A351F-CC2A-89E0-91A7-ACF1B80243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e16b2adad1_0_40:notes">
            <a:extLst>
              <a:ext uri="{FF2B5EF4-FFF2-40B4-BE49-F238E27FC236}">
                <a16:creationId xmlns:a16="http://schemas.microsoft.com/office/drawing/2014/main" id="{4EC1CB92-BB68-B5BA-4172-1CCCFC3707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1376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50E2B7AA-008A-5561-6FA4-2FF76489928C}"/>
            </a:ext>
          </a:extLst>
        </p:cNvPr>
        <p:cNvGrpSpPr/>
        <p:nvPr/>
      </p:nvGrpSpPr>
      <p:grpSpPr>
        <a:xfrm>
          <a:off x="0" y="0"/>
          <a:ext cx="0" cy="0"/>
          <a:chOff x="0" y="0"/>
          <a:chExt cx="0" cy="0"/>
        </a:xfrm>
      </p:grpSpPr>
      <p:sp>
        <p:nvSpPr>
          <p:cNvPr id="124" name="Google Shape;124;g2e16b2adad1_0_40:notes">
            <a:extLst>
              <a:ext uri="{FF2B5EF4-FFF2-40B4-BE49-F238E27FC236}">
                <a16:creationId xmlns:a16="http://schemas.microsoft.com/office/drawing/2014/main" id="{617B6E2C-4CAE-5292-155F-FABDE86C57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e16b2adad1_0_40:notes">
            <a:extLst>
              <a:ext uri="{FF2B5EF4-FFF2-40B4-BE49-F238E27FC236}">
                <a16:creationId xmlns:a16="http://schemas.microsoft.com/office/drawing/2014/main" id="{01CD1112-13A4-DD23-7331-B215623022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69729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e16b2adad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e16b2adad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e16b2adad1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e16b2adad1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90AC4A89-1D53-95C6-98E1-F195AA870668}"/>
            </a:ext>
          </a:extLst>
        </p:cNvPr>
        <p:cNvGrpSpPr/>
        <p:nvPr/>
      </p:nvGrpSpPr>
      <p:grpSpPr>
        <a:xfrm>
          <a:off x="0" y="0"/>
          <a:ext cx="0" cy="0"/>
          <a:chOff x="0" y="0"/>
          <a:chExt cx="0" cy="0"/>
        </a:xfrm>
      </p:grpSpPr>
      <p:sp>
        <p:nvSpPr>
          <p:cNvPr id="138" name="Google Shape;138;g2e16b2adad1_0_50:notes">
            <a:extLst>
              <a:ext uri="{FF2B5EF4-FFF2-40B4-BE49-F238E27FC236}">
                <a16:creationId xmlns:a16="http://schemas.microsoft.com/office/drawing/2014/main" id="{8B1E584A-6553-9BFC-2D1C-E51C75738F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e16b2adad1_0_50:notes">
            <a:extLst>
              <a:ext uri="{FF2B5EF4-FFF2-40B4-BE49-F238E27FC236}">
                <a16:creationId xmlns:a16="http://schemas.microsoft.com/office/drawing/2014/main" id="{A195371E-9536-09DE-6911-5997CE7452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0900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uk-UA"/>
          </a:p>
        </p:txBody>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uk-UA"/>
          </a:p>
        </p:txBody>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r>
              <a:rPr lang="ru-RU"/>
              <a:t>Образец заголовка</a:t>
            </a:r>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r>
              <a:rPr lang="ru-RU"/>
              <a:t>Образец подзаголовка</a:t>
            </a:r>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r>
              <a:rPr lang="ru-RU"/>
              <a:t>Образец заголовка</a:t>
            </a:r>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ru-RU"/>
              <a:t>Образец заголовка</a:t>
            </a:r>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ru-RU"/>
              <a:t>Образец текста</a:t>
            </a: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ru-RU"/>
              <a:t>Образец заголовка</a:t>
            </a:r>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ru-RU"/>
              <a:t>Образец текста</a:t>
            </a: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ru-RU"/>
              <a:t>Образец текста</a:t>
            </a: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ru-RU"/>
              <a:t>Образец заголовка</a:t>
            </a:r>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rPr lang="ru-RU"/>
              <a:t>Образец заголовка</a:t>
            </a:r>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ru-RU"/>
              <a:t>Образец текста</a:t>
            </a: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ru-RU"/>
              <a:t>Образец заголовка</a:t>
            </a:r>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r>
              <a:rPr lang="ru-RU"/>
              <a:t>Образец заголовка</a:t>
            </a:r>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r>
              <a:rPr lang="ru-RU"/>
              <a:t>Образец подзаголовка</a:t>
            </a:r>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pPr lvl="0"/>
            <a:r>
              <a:rPr lang="ru-RU"/>
              <a:t>Образец текста</a:t>
            </a: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pPr lvl="0"/>
            <a:r>
              <a:rPr lang="ru-RU"/>
              <a:t>Образец текста</a:t>
            </a: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ru-RU"/>
              <a:t>Образец текста</a:t>
            </a: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uk"/>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1.png"/><Relationship Id="rId10" Type="http://schemas.openxmlformats.org/officeDocument/2006/relationships/image" Target="../media/image13.jpeg"/><Relationship Id="rId4" Type="http://schemas.openxmlformats.org/officeDocument/2006/relationships/image" Target="../media/image8.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png"/><Relationship Id="rId7"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2" name="Прямокутник 1">
            <a:extLst>
              <a:ext uri="{FF2B5EF4-FFF2-40B4-BE49-F238E27FC236}">
                <a16:creationId xmlns:a16="http://schemas.microsoft.com/office/drawing/2014/main" id="{A094B66D-1938-850F-EA1F-3B30BA76EAED}"/>
              </a:ext>
            </a:extLst>
          </p:cNvPr>
          <p:cNvSpPr/>
          <p:nvPr/>
        </p:nvSpPr>
        <p:spPr>
          <a:xfrm>
            <a:off x="2338700" y="515080"/>
            <a:ext cx="4185920" cy="40331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62" name="Google Shape;62;p13"/>
          <p:cNvSpPr txBox="1">
            <a:spLocks noGrp="1"/>
          </p:cNvSpPr>
          <p:nvPr>
            <p:ph type="ctrTitle"/>
          </p:nvPr>
        </p:nvSpPr>
        <p:spPr>
          <a:xfrm>
            <a:off x="899160" y="876110"/>
            <a:ext cx="7406640" cy="175045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ru-RU" sz="2400" dirty="0" err="1"/>
              <a:t>Програмна</a:t>
            </a:r>
            <a:r>
              <a:rPr lang="ru-RU" sz="2400" dirty="0"/>
              <a:t> система для </a:t>
            </a:r>
            <a:r>
              <a:rPr lang="ru-RU" sz="2400" dirty="0" err="1"/>
              <a:t>створення</a:t>
            </a:r>
            <a:r>
              <a:rPr lang="ru-RU" sz="2400" dirty="0"/>
              <a:t> </a:t>
            </a:r>
            <a:r>
              <a:rPr lang="ru-RU" sz="2400" dirty="0" err="1"/>
              <a:t>навчальних</a:t>
            </a:r>
            <a:r>
              <a:rPr lang="ru-RU" sz="2400" dirty="0"/>
              <a:t> карт. </a:t>
            </a:r>
            <a:br>
              <a:rPr lang="ru-RU" sz="2400" dirty="0"/>
            </a:br>
            <a:r>
              <a:rPr lang="ru-RU" sz="2400" dirty="0"/>
              <a:t>Модуль </a:t>
            </a:r>
            <a:r>
              <a:rPr lang="ru-RU" sz="2400" dirty="0" err="1"/>
              <a:t>соціальної</a:t>
            </a:r>
            <a:r>
              <a:rPr lang="ru-RU" sz="2400" dirty="0"/>
              <a:t> </a:t>
            </a:r>
            <a:r>
              <a:rPr lang="ru-RU" sz="2400" dirty="0" err="1"/>
              <a:t>функціональності</a:t>
            </a:r>
            <a:r>
              <a:rPr lang="ru-RU" sz="2400" dirty="0"/>
              <a:t> </a:t>
            </a:r>
            <a:endParaRPr sz="2400" dirty="0"/>
          </a:p>
        </p:txBody>
      </p:sp>
      <p:sp>
        <p:nvSpPr>
          <p:cNvPr id="63" name="Google Shape;63;p13"/>
          <p:cNvSpPr txBox="1">
            <a:spLocks noGrp="1"/>
          </p:cNvSpPr>
          <p:nvPr>
            <p:ph type="subTitle" idx="1"/>
          </p:nvPr>
        </p:nvSpPr>
        <p:spPr>
          <a:xfrm>
            <a:off x="2028300" y="3610800"/>
            <a:ext cx="5087400" cy="15327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endParaRPr dirty="0"/>
          </a:p>
          <a:p>
            <a:pPr marL="0" lvl="0" indent="0" algn="l" rtl="0">
              <a:spcBef>
                <a:spcPts val="0"/>
              </a:spcBef>
              <a:spcAft>
                <a:spcPts val="0"/>
              </a:spcAft>
              <a:buNone/>
            </a:pPr>
            <a:r>
              <a:rPr lang="uk" dirty="0"/>
              <a:t>Кучерявенко Крістіна Русланівна, ПЗПІ-22-8 </a:t>
            </a:r>
            <a:endParaRPr dirty="0"/>
          </a:p>
          <a:p>
            <a:pPr marL="0" lvl="0" indent="0" algn="l" rtl="0">
              <a:spcBef>
                <a:spcPts val="0"/>
              </a:spcBef>
              <a:spcAft>
                <a:spcPts val="0"/>
              </a:spcAft>
              <a:buNone/>
            </a:pPr>
            <a:r>
              <a:rPr lang="uk" dirty="0"/>
              <a:t>Керівник: </a:t>
            </a:r>
            <a:r>
              <a:rPr lang="ru-RU" dirty="0" err="1"/>
              <a:t>ст.викл</a:t>
            </a:r>
            <a:r>
              <a:rPr lang="ru-RU" dirty="0"/>
              <a:t>. каф. ПІ Олександр ОЛІЙНИК</a:t>
            </a:r>
            <a:endParaRPr dirty="0"/>
          </a:p>
          <a:p>
            <a:pPr marL="0" lvl="0" indent="0" algn="ctr" rtl="0">
              <a:spcBef>
                <a:spcPts val="0"/>
              </a:spcBef>
              <a:spcAft>
                <a:spcPts val="0"/>
              </a:spcAft>
              <a:buNone/>
            </a:pPr>
            <a:endParaRPr dirty="0"/>
          </a:p>
          <a:p>
            <a:pPr marL="0" lvl="0" indent="0" algn="ctr" rtl="0">
              <a:spcBef>
                <a:spcPts val="0"/>
              </a:spcBef>
              <a:spcAft>
                <a:spcPts val="0"/>
              </a:spcAft>
              <a:buNone/>
            </a:pPr>
            <a:endParaRPr dirty="0"/>
          </a:p>
          <a:p>
            <a:pPr marL="0" lvl="0" indent="0" algn="ctr" rtl="0">
              <a:spcBef>
                <a:spcPts val="0"/>
              </a:spcBef>
              <a:spcAft>
                <a:spcPts val="0"/>
              </a:spcAft>
              <a:buNone/>
            </a:pPr>
            <a:r>
              <a:rPr lang="uk" dirty="0"/>
              <a:t>17 </a:t>
            </a:r>
            <a:r>
              <a:rPr lang="uk"/>
              <a:t>липня 2026</a:t>
            </a:r>
            <a:endParaRPr dirty="0"/>
          </a:p>
        </p:txBody>
      </p:sp>
      <p:pic>
        <p:nvPicPr>
          <p:cNvPr id="64" name="Google Shape;64;p13"/>
          <p:cNvPicPr preferRelativeResize="0"/>
          <p:nvPr/>
        </p:nvPicPr>
        <p:blipFill>
          <a:blip r:embed="rId3">
            <a:alphaModFix/>
          </a:blip>
          <a:stretch>
            <a:fillRect/>
          </a:stretch>
        </p:blipFill>
        <p:spPr>
          <a:xfrm>
            <a:off x="268925" y="4359500"/>
            <a:ext cx="862250" cy="581750"/>
          </a:xfrm>
          <a:prstGeom prst="rect">
            <a:avLst/>
          </a:prstGeom>
          <a:noFill/>
          <a:ln>
            <a:noFill/>
          </a:ln>
        </p:spPr>
      </p:pic>
      <p:pic>
        <p:nvPicPr>
          <p:cNvPr id="65" name="Google Shape;65;p13"/>
          <p:cNvPicPr preferRelativeResize="0"/>
          <p:nvPr/>
        </p:nvPicPr>
        <p:blipFill>
          <a:blip r:embed="rId4">
            <a:alphaModFix/>
          </a:blip>
          <a:stretch>
            <a:fillRect/>
          </a:stretch>
        </p:blipFill>
        <p:spPr>
          <a:xfrm>
            <a:off x="204725" y="170825"/>
            <a:ext cx="2133975" cy="389775"/>
          </a:xfrm>
          <a:prstGeom prst="rect">
            <a:avLst/>
          </a:prstGeom>
          <a:noFill/>
          <a:ln>
            <a:noFill/>
          </a:ln>
        </p:spPr>
      </p:pic>
      <p:pic>
        <p:nvPicPr>
          <p:cNvPr id="66" name="Google Shape;66;p13"/>
          <p:cNvPicPr preferRelativeResize="0"/>
          <p:nvPr/>
        </p:nvPicPr>
        <p:blipFill>
          <a:blip r:embed="rId5">
            <a:alphaModFix/>
          </a:blip>
          <a:stretch>
            <a:fillRect/>
          </a:stretch>
        </p:blipFill>
        <p:spPr>
          <a:xfrm>
            <a:off x="7068504" y="170825"/>
            <a:ext cx="1924921" cy="43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311700" y="0"/>
            <a:ext cx="8520600" cy="831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uk" sz="3200" dirty="0">
                <a:latin typeface="+mn-lt"/>
              </a:rPr>
              <a:t>Мета роботи</a:t>
            </a:r>
            <a:endParaRPr sz="3200" dirty="0">
              <a:latin typeface="+mn-lt"/>
            </a:endParaRPr>
          </a:p>
        </p:txBody>
      </p:sp>
      <p:sp>
        <p:nvSpPr>
          <p:cNvPr id="72" name="Google Shape;72;p14"/>
          <p:cNvSpPr txBox="1">
            <a:spLocks noGrp="1"/>
          </p:cNvSpPr>
          <p:nvPr>
            <p:ph type="body" idx="1"/>
          </p:nvPr>
        </p:nvSpPr>
        <p:spPr>
          <a:xfrm>
            <a:off x="684170" y="1143945"/>
            <a:ext cx="7775660" cy="3354000"/>
          </a:xfrm>
          <a:prstGeom prst="rect">
            <a:avLst/>
          </a:prstGeom>
        </p:spPr>
        <p:txBody>
          <a:bodyPr spcFirstLastPara="1" wrap="square" lIns="91425" tIns="91425" rIns="91425" bIns="91425" anchor="t" anchorCtr="0">
            <a:normAutofit fontScale="32500" lnSpcReduction="20000"/>
          </a:bodyPr>
          <a:lstStyle/>
          <a:p>
            <a:pPr marL="0" lvl="0" indent="0" algn="l" rtl="0">
              <a:lnSpc>
                <a:spcPct val="120000"/>
              </a:lnSpc>
              <a:buNone/>
            </a:pPr>
            <a:r>
              <a:rPr lang="uk-UA" sz="4500" dirty="0">
                <a:latin typeface="+mn-lt"/>
              </a:rPr>
              <a:t>Метою роботи є створення соціального модуля програмної системи для роботи з навчальними картками, який забезпечує взаємодію користувачів у межах платформи та надає можливість:</a:t>
            </a:r>
          </a:p>
          <a:p>
            <a:pPr marL="685800" indent="-685800">
              <a:lnSpc>
                <a:spcPct val="120000"/>
              </a:lnSpc>
            </a:pPr>
            <a:r>
              <a:rPr lang="uk-UA" sz="4500" dirty="0">
                <a:latin typeface="+mn-lt"/>
              </a:rPr>
              <a:t>проходити багатоваріантну автентифікацію (</a:t>
            </a:r>
            <a:r>
              <a:rPr lang="en-US" sz="4500" dirty="0">
                <a:latin typeface="+mn-lt"/>
              </a:rPr>
              <a:t>Email/Password, OAuth2 Google) </a:t>
            </a:r>
            <a:r>
              <a:rPr lang="uk-UA" sz="4500" dirty="0">
                <a:latin typeface="+mn-lt"/>
              </a:rPr>
              <a:t>та відновлювати доступ до облікового запису;</a:t>
            </a:r>
          </a:p>
          <a:p>
            <a:pPr marL="685800" indent="-685800">
              <a:lnSpc>
                <a:spcPct val="120000"/>
              </a:lnSpc>
            </a:pPr>
            <a:r>
              <a:rPr lang="uk-UA" sz="4500" dirty="0">
                <a:latin typeface="+mn-lt"/>
              </a:rPr>
              <a:t>залишати текстові коментарі та рейтингові оцінки наборам карток;</a:t>
            </a:r>
          </a:p>
          <a:p>
            <a:pPr marL="685800" indent="-685800">
              <a:lnSpc>
                <a:spcPct val="120000"/>
              </a:lnSpc>
            </a:pPr>
            <a:r>
              <a:rPr lang="uk-UA" sz="4500" dirty="0">
                <a:latin typeface="+mn-lt"/>
              </a:rPr>
              <a:t>користуватись глобальним репозиторієм публічного контенту з пошуком, фільтрацією та сортуванням;</a:t>
            </a:r>
          </a:p>
          <a:p>
            <a:pPr marL="685800" indent="-685800">
              <a:lnSpc>
                <a:spcPct val="120000"/>
              </a:lnSpc>
            </a:pPr>
            <a:r>
              <a:rPr lang="uk-UA" sz="4500" dirty="0">
                <a:latin typeface="+mn-lt"/>
              </a:rPr>
              <a:t>генерувати контент, переклад і зображення за допомогою штучного інтелекту;</a:t>
            </a:r>
          </a:p>
          <a:p>
            <a:pPr marL="685800" indent="-685800">
              <a:lnSpc>
                <a:spcPct val="120000"/>
              </a:lnSpc>
            </a:pPr>
            <a:r>
              <a:rPr lang="uk-UA" sz="4500" dirty="0">
                <a:latin typeface="+mn-lt"/>
              </a:rPr>
              <a:t>імпортувати дані з файлів </a:t>
            </a:r>
            <a:r>
              <a:rPr lang="en-US" sz="4500" dirty="0">
                <a:latin typeface="+mn-lt"/>
              </a:rPr>
              <a:t>CSV, XLSX </a:t>
            </a:r>
            <a:r>
              <a:rPr lang="uk-UA" sz="4500" dirty="0">
                <a:latin typeface="+mn-lt"/>
              </a:rPr>
              <a:t>та </a:t>
            </a:r>
            <a:r>
              <a:rPr lang="en-US" sz="4500" dirty="0">
                <a:latin typeface="+mn-lt"/>
              </a:rPr>
              <a:t>TXT;</a:t>
            </a:r>
          </a:p>
          <a:p>
            <a:pPr marL="685800" indent="-685800">
              <a:lnSpc>
                <a:spcPct val="120000"/>
              </a:lnSpc>
            </a:pPr>
            <a:r>
              <a:rPr lang="uk-UA" sz="4500" dirty="0">
                <a:latin typeface="+mn-lt"/>
              </a:rPr>
              <a:t>адмініструвати систему: </a:t>
            </a:r>
            <a:r>
              <a:rPr lang="uk-UA" sz="4500" dirty="0" err="1">
                <a:latin typeface="+mn-lt"/>
              </a:rPr>
              <a:t>модерувати</a:t>
            </a:r>
            <a:r>
              <a:rPr lang="uk-UA" sz="4500" dirty="0">
                <a:latin typeface="+mn-lt"/>
              </a:rPr>
              <a:t> контент і керувати правами доступу.</a:t>
            </a:r>
          </a:p>
          <a:p>
            <a:pPr marL="0" lvl="0" indent="0" algn="l" rtl="0">
              <a:buNone/>
            </a:pPr>
            <a:endParaRPr lang="uk-UA" dirty="0">
              <a:latin typeface="+mn-lt"/>
            </a:endParaRPr>
          </a:p>
        </p:txBody>
      </p:sp>
      <p:pic>
        <p:nvPicPr>
          <p:cNvPr id="73" name="Google Shape;73;p14"/>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893E68CA-DEF7-D32D-BFB6-7B402335F4C7}"/>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2</a:t>
            </a:fld>
            <a:endParaRPr lang="uk-UA"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80" name="Google Shape;80;p15"/>
          <p:cNvPicPr preferRelativeResize="0">
            <a:picLocks noGrp="1" noRot="1" noMove="1" noResize="1" noEditPoints="1" noAdjustHandles="1" noChangeArrowheads="1" noChangeShapeType="1" noCrop="1"/>
          </p:cNvPicPr>
          <p:nvPr/>
        </p:nvPicPr>
        <p:blipFill>
          <a:blip r:embed="rId3">
            <a:alphaModFix/>
          </a:blip>
          <a:stretch>
            <a:fillRect/>
          </a:stretch>
        </p:blipFill>
        <p:spPr>
          <a:xfrm>
            <a:off x="268925" y="4359500"/>
            <a:ext cx="862250" cy="581750"/>
          </a:xfrm>
          <a:prstGeom prst="rect">
            <a:avLst/>
          </a:prstGeom>
          <a:noFill/>
          <a:ln>
            <a:noFill/>
          </a:ln>
        </p:spPr>
      </p:pic>
      <p:sp>
        <p:nvSpPr>
          <p:cNvPr id="9" name="Text 1">
            <a:extLst>
              <a:ext uri="{FF2B5EF4-FFF2-40B4-BE49-F238E27FC236}">
                <a16:creationId xmlns:a16="http://schemas.microsoft.com/office/drawing/2014/main" id="{3CFEAF88-0F51-6E9E-F11B-C433F413F6C0}"/>
              </a:ext>
            </a:extLst>
          </p:cNvPr>
          <p:cNvSpPr/>
          <p:nvPr/>
        </p:nvSpPr>
        <p:spPr>
          <a:xfrm>
            <a:off x="486410" y="0"/>
            <a:ext cx="8171180" cy="541545"/>
          </a:xfrm>
          <a:prstGeom prst="rect">
            <a:avLst/>
          </a:prstGeom>
          <a:noFill/>
          <a:ln/>
        </p:spPr>
        <p:txBody>
          <a:bodyPr wrap="square" rtlCol="0" anchor="ctr"/>
          <a:lstStyle/>
          <a:p>
            <a:pPr marL="0" indent="0" algn="ctr">
              <a:buNone/>
            </a:pPr>
            <a:r>
              <a:rPr lang="en-US" sz="2400" b="1" dirty="0">
                <a:solidFill>
                  <a:schemeClr val="tx1"/>
                </a:solidFill>
                <a:latin typeface="+mn-lt"/>
                <a:ea typeface="Cambria" pitchFamily="34" charset="-122"/>
                <a:cs typeface="Cambria" pitchFamily="34" charset="-120"/>
              </a:rPr>
              <a:t>Аналіз </a:t>
            </a:r>
            <a:r>
              <a:rPr lang="en-US" sz="2400" b="1" dirty="0" err="1">
                <a:solidFill>
                  <a:schemeClr val="tx1"/>
                </a:solidFill>
                <a:latin typeface="+mn-lt"/>
                <a:ea typeface="Cambria" pitchFamily="34" charset="-122"/>
                <a:cs typeface="Cambria" pitchFamily="34" charset="-120"/>
              </a:rPr>
              <a:t>існуючих</a:t>
            </a:r>
            <a:r>
              <a:rPr lang="en-US" sz="2400" b="1" dirty="0">
                <a:solidFill>
                  <a:schemeClr val="tx1"/>
                </a:solidFill>
                <a:latin typeface="+mn-lt"/>
                <a:ea typeface="Cambria" pitchFamily="34" charset="-122"/>
                <a:cs typeface="Cambria" pitchFamily="34" charset="-120"/>
              </a:rPr>
              <a:t> </a:t>
            </a:r>
            <a:r>
              <a:rPr lang="uk-UA" sz="2400" b="1" dirty="0">
                <a:solidFill>
                  <a:schemeClr val="tx1"/>
                </a:solidFill>
                <a:latin typeface="+mn-lt"/>
                <a:ea typeface="Cambria" pitchFamily="34" charset="-122"/>
                <a:cs typeface="Cambria" pitchFamily="34" charset="-120"/>
              </a:rPr>
              <a:t>рішень</a:t>
            </a:r>
            <a:endParaRPr lang="en-US" sz="2400" dirty="0">
              <a:solidFill>
                <a:schemeClr val="tx1"/>
              </a:solidFill>
              <a:latin typeface="+mn-lt"/>
            </a:endParaRPr>
          </a:p>
        </p:txBody>
      </p:sp>
      <p:sp>
        <p:nvSpPr>
          <p:cNvPr id="10" name="Shape 2">
            <a:extLst>
              <a:ext uri="{FF2B5EF4-FFF2-40B4-BE49-F238E27FC236}">
                <a16:creationId xmlns:a16="http://schemas.microsoft.com/office/drawing/2014/main" id="{2C47F433-7FAA-E742-5323-8C5E301BBB25}"/>
              </a:ext>
            </a:extLst>
          </p:cNvPr>
          <p:cNvSpPr>
            <a:spLocks noGrp="1" noRot="1" noMove="1" noResize="1" noEditPoints="1" noAdjustHandles="1" noChangeArrowheads="1" noChangeShapeType="1"/>
          </p:cNvSpPr>
          <p:nvPr/>
        </p:nvSpPr>
        <p:spPr>
          <a:xfrm>
            <a:off x="57113" y="634339"/>
            <a:ext cx="2012406" cy="1173348"/>
          </a:xfrm>
          <a:prstGeom prst="roundRect">
            <a:avLst>
              <a:gd name="adj" fmla="val 5128"/>
            </a:avLst>
          </a:prstGeom>
          <a:solidFill>
            <a:srgbClr val="FFFFFF"/>
          </a:solidFill>
          <a:ln w="12700">
            <a:solidFill>
              <a:srgbClr val="E5E3F5"/>
            </a:solidFill>
            <a:prstDash val="solid"/>
          </a:ln>
          <a:effectLst>
            <a:outerShdw blurRad="101600" dist="38100" dir="5400000" algn="bl" rotWithShape="0">
              <a:srgbClr val="3730A3">
                <a:alpha val="12000"/>
              </a:srgbClr>
            </a:outerShdw>
          </a:effectLst>
        </p:spPr>
        <p:txBody>
          <a:bodyPr/>
          <a:lstStyle/>
          <a:p>
            <a:endParaRPr lang="uk-UA"/>
          </a:p>
        </p:txBody>
      </p:sp>
      <p:sp>
        <p:nvSpPr>
          <p:cNvPr id="11" name="Shape 3">
            <a:extLst>
              <a:ext uri="{FF2B5EF4-FFF2-40B4-BE49-F238E27FC236}">
                <a16:creationId xmlns:a16="http://schemas.microsoft.com/office/drawing/2014/main" id="{A310689D-A2D7-1479-FB5A-6B73D86E0BFA}"/>
              </a:ext>
            </a:extLst>
          </p:cNvPr>
          <p:cNvSpPr/>
          <p:nvPr/>
        </p:nvSpPr>
        <p:spPr>
          <a:xfrm>
            <a:off x="57113" y="634339"/>
            <a:ext cx="2012406" cy="45719"/>
          </a:xfrm>
          <a:prstGeom prst="rect">
            <a:avLst/>
          </a:prstGeom>
          <a:solidFill>
            <a:srgbClr val="3730A3"/>
          </a:solidFill>
          <a:ln/>
        </p:spPr>
        <p:txBody>
          <a:bodyPr/>
          <a:lstStyle/>
          <a:p>
            <a:endParaRPr lang="uk-UA"/>
          </a:p>
        </p:txBody>
      </p:sp>
      <p:sp>
        <p:nvSpPr>
          <p:cNvPr id="12" name="Text 4">
            <a:extLst>
              <a:ext uri="{FF2B5EF4-FFF2-40B4-BE49-F238E27FC236}">
                <a16:creationId xmlns:a16="http://schemas.microsoft.com/office/drawing/2014/main" id="{3B0C5B65-81ED-478C-8DFD-930E6E6B47C5}"/>
              </a:ext>
            </a:extLst>
          </p:cNvPr>
          <p:cNvSpPr/>
          <p:nvPr/>
        </p:nvSpPr>
        <p:spPr>
          <a:xfrm>
            <a:off x="125041" y="713960"/>
            <a:ext cx="1823321" cy="210601"/>
          </a:xfrm>
          <a:prstGeom prst="rect">
            <a:avLst/>
          </a:prstGeom>
          <a:noFill/>
          <a:ln/>
        </p:spPr>
        <p:txBody>
          <a:bodyPr wrap="square" rtlCol="0" anchor="ctr"/>
          <a:lstStyle/>
          <a:p>
            <a:pPr marL="0" indent="0">
              <a:buNone/>
            </a:pPr>
            <a:r>
              <a:rPr lang="en-US" sz="1400" b="1" dirty="0">
                <a:solidFill>
                  <a:srgbClr val="1E1B2E"/>
                </a:solidFill>
                <a:latin typeface="Economica" panose="020B0604020202020204" charset="0"/>
                <a:ea typeface="Calibri" pitchFamily="34" charset="-122"/>
                <a:cs typeface="Calibri" pitchFamily="34" charset="-120"/>
              </a:rPr>
              <a:t>Kahoot!</a:t>
            </a:r>
            <a:endParaRPr lang="en-US" sz="1400" dirty="0">
              <a:latin typeface="Economica" panose="020B0604020202020204" charset="0"/>
            </a:endParaRPr>
          </a:p>
        </p:txBody>
      </p:sp>
      <p:sp>
        <p:nvSpPr>
          <p:cNvPr id="13" name="Text 5">
            <a:extLst>
              <a:ext uri="{FF2B5EF4-FFF2-40B4-BE49-F238E27FC236}">
                <a16:creationId xmlns:a16="http://schemas.microsoft.com/office/drawing/2014/main" id="{D1719092-BDF4-305B-074B-BA1D4FD2E87F}"/>
              </a:ext>
            </a:extLst>
          </p:cNvPr>
          <p:cNvSpPr/>
          <p:nvPr/>
        </p:nvSpPr>
        <p:spPr>
          <a:xfrm>
            <a:off x="125042" y="919866"/>
            <a:ext cx="1823321" cy="391116"/>
          </a:xfrm>
          <a:prstGeom prst="rect">
            <a:avLst/>
          </a:prstGeom>
          <a:noFill/>
          <a:ln/>
        </p:spPr>
        <p:txBody>
          <a:bodyPr wrap="square" rtlCol="0" anchor="ctr"/>
          <a:lstStyle/>
          <a:p>
            <a:pPr marL="0" indent="0">
              <a:lnSpc>
                <a:spcPct val="110000"/>
              </a:lnSpc>
              <a:buNone/>
            </a:pPr>
            <a:r>
              <a:rPr lang="en-US" sz="950" b="1" dirty="0">
                <a:solidFill>
                  <a:srgbClr val="22C55E"/>
                </a:solidFill>
                <a:latin typeface="Economica" panose="020B0604020202020204" charset="0"/>
                <a:ea typeface="Calibri" pitchFamily="34" charset="-122"/>
                <a:cs typeface="Calibri" pitchFamily="34" charset="-120"/>
              </a:rPr>
              <a:t>Гейміфіковані вікторини, широкий функціонал</a:t>
            </a:r>
            <a:endParaRPr lang="en-US" sz="950" dirty="0">
              <a:latin typeface="Economica" panose="020B0604020202020204" charset="0"/>
            </a:endParaRPr>
          </a:p>
        </p:txBody>
      </p:sp>
      <p:sp>
        <p:nvSpPr>
          <p:cNvPr id="14" name="Text 6">
            <a:extLst>
              <a:ext uri="{FF2B5EF4-FFF2-40B4-BE49-F238E27FC236}">
                <a16:creationId xmlns:a16="http://schemas.microsoft.com/office/drawing/2014/main" id="{4900A59D-6CEF-E4CC-A326-253803677CD6}"/>
              </a:ext>
            </a:extLst>
          </p:cNvPr>
          <p:cNvSpPr/>
          <p:nvPr/>
        </p:nvSpPr>
        <p:spPr>
          <a:xfrm>
            <a:off x="125040" y="1321273"/>
            <a:ext cx="1823321" cy="451288"/>
          </a:xfrm>
          <a:prstGeom prst="rect">
            <a:avLst/>
          </a:prstGeom>
          <a:noFill/>
          <a:ln/>
        </p:spPr>
        <p:txBody>
          <a:bodyPr wrap="square" rtlCol="0" anchor="ctr"/>
          <a:lstStyle/>
          <a:p>
            <a:pPr marL="0" indent="0">
              <a:lnSpc>
                <a:spcPct val="110000"/>
              </a:lnSpc>
              <a:buNone/>
            </a:pPr>
            <a:r>
              <a:rPr lang="en-US" sz="900" dirty="0">
                <a:solidFill>
                  <a:srgbClr val="5B5670"/>
                </a:solidFill>
                <a:latin typeface="Economica" panose="020B0604020202020204" charset="0"/>
                <a:ea typeface="Calibri" pitchFamily="34" charset="-122"/>
                <a:cs typeface="Calibri" pitchFamily="34" charset="-120"/>
              </a:rPr>
              <a:t>Відсутній адаптивний алгоритм повторення — статичний лінійний порядок</a:t>
            </a:r>
            <a:endParaRPr lang="en-US" sz="900" dirty="0">
              <a:latin typeface="Economica" panose="020B0604020202020204" charset="0"/>
            </a:endParaRPr>
          </a:p>
        </p:txBody>
      </p:sp>
      <p:sp>
        <p:nvSpPr>
          <p:cNvPr id="15" name="Shape 7">
            <a:extLst>
              <a:ext uri="{FF2B5EF4-FFF2-40B4-BE49-F238E27FC236}">
                <a16:creationId xmlns:a16="http://schemas.microsoft.com/office/drawing/2014/main" id="{5E433E84-3323-2988-4A57-AD85BD55D758}"/>
              </a:ext>
            </a:extLst>
          </p:cNvPr>
          <p:cNvSpPr>
            <a:spLocks noGrp="1" noRot="1" noMove="1" noResize="1" noEditPoints="1" noAdjustHandles="1" noChangeArrowheads="1" noChangeShapeType="1"/>
          </p:cNvSpPr>
          <p:nvPr/>
        </p:nvSpPr>
        <p:spPr>
          <a:xfrm>
            <a:off x="2390901" y="634339"/>
            <a:ext cx="2012406" cy="1173348"/>
          </a:xfrm>
          <a:prstGeom prst="roundRect">
            <a:avLst>
              <a:gd name="adj" fmla="val 5128"/>
            </a:avLst>
          </a:prstGeom>
          <a:solidFill>
            <a:srgbClr val="FFFFFF"/>
          </a:solidFill>
          <a:ln w="12700">
            <a:solidFill>
              <a:srgbClr val="E5E3F5"/>
            </a:solidFill>
            <a:prstDash val="solid"/>
          </a:ln>
          <a:effectLst>
            <a:outerShdw blurRad="101600" dist="38100" dir="5400000" algn="bl" rotWithShape="0">
              <a:srgbClr val="3730A3">
                <a:alpha val="12000"/>
              </a:srgbClr>
            </a:outerShdw>
          </a:effectLst>
        </p:spPr>
        <p:txBody>
          <a:bodyPr/>
          <a:lstStyle/>
          <a:p>
            <a:endParaRPr lang="uk-UA"/>
          </a:p>
        </p:txBody>
      </p:sp>
      <p:sp>
        <p:nvSpPr>
          <p:cNvPr id="16" name="Shape 8">
            <a:extLst>
              <a:ext uri="{FF2B5EF4-FFF2-40B4-BE49-F238E27FC236}">
                <a16:creationId xmlns:a16="http://schemas.microsoft.com/office/drawing/2014/main" id="{4E39240C-BF10-A1AA-706D-D5311B903A45}"/>
              </a:ext>
            </a:extLst>
          </p:cNvPr>
          <p:cNvSpPr/>
          <p:nvPr/>
        </p:nvSpPr>
        <p:spPr>
          <a:xfrm>
            <a:off x="2390901" y="634339"/>
            <a:ext cx="2012406" cy="45719"/>
          </a:xfrm>
          <a:prstGeom prst="rect">
            <a:avLst/>
          </a:prstGeom>
          <a:solidFill>
            <a:srgbClr val="F97316"/>
          </a:solidFill>
          <a:ln/>
        </p:spPr>
        <p:txBody>
          <a:bodyPr/>
          <a:lstStyle/>
          <a:p>
            <a:endParaRPr lang="uk-UA"/>
          </a:p>
        </p:txBody>
      </p:sp>
      <p:sp>
        <p:nvSpPr>
          <p:cNvPr id="17" name="Text 9">
            <a:extLst>
              <a:ext uri="{FF2B5EF4-FFF2-40B4-BE49-F238E27FC236}">
                <a16:creationId xmlns:a16="http://schemas.microsoft.com/office/drawing/2014/main" id="{92F4E047-BE4C-F4EC-339E-3AD97EC3E5D5}"/>
              </a:ext>
            </a:extLst>
          </p:cNvPr>
          <p:cNvSpPr/>
          <p:nvPr/>
        </p:nvSpPr>
        <p:spPr>
          <a:xfrm>
            <a:off x="2458827" y="709279"/>
            <a:ext cx="1823321" cy="210601"/>
          </a:xfrm>
          <a:prstGeom prst="rect">
            <a:avLst/>
          </a:prstGeom>
          <a:noFill/>
          <a:ln/>
        </p:spPr>
        <p:txBody>
          <a:bodyPr wrap="square" rtlCol="0" anchor="ctr"/>
          <a:lstStyle/>
          <a:p>
            <a:pPr marL="0" indent="0">
              <a:buNone/>
            </a:pPr>
            <a:r>
              <a:rPr lang="en-US" sz="1400" b="1" dirty="0">
                <a:solidFill>
                  <a:srgbClr val="1E1B2E"/>
                </a:solidFill>
                <a:latin typeface="Economica" panose="020B0604020202020204" charset="0"/>
                <a:ea typeface="Calibri" pitchFamily="34" charset="-122"/>
                <a:cs typeface="Calibri" pitchFamily="34" charset="-120"/>
              </a:rPr>
              <a:t>Wayground</a:t>
            </a:r>
            <a:endParaRPr lang="en-US" sz="1400" dirty="0">
              <a:latin typeface="Economica" panose="020B0604020202020204" charset="0"/>
            </a:endParaRPr>
          </a:p>
        </p:txBody>
      </p:sp>
      <p:sp>
        <p:nvSpPr>
          <p:cNvPr id="18" name="Text 10">
            <a:extLst>
              <a:ext uri="{FF2B5EF4-FFF2-40B4-BE49-F238E27FC236}">
                <a16:creationId xmlns:a16="http://schemas.microsoft.com/office/drawing/2014/main" id="{ABF8C473-B727-DCD2-3F47-D9BE7C67A955}"/>
              </a:ext>
            </a:extLst>
          </p:cNvPr>
          <p:cNvSpPr/>
          <p:nvPr/>
        </p:nvSpPr>
        <p:spPr>
          <a:xfrm>
            <a:off x="2476136" y="924904"/>
            <a:ext cx="1823321" cy="391116"/>
          </a:xfrm>
          <a:prstGeom prst="rect">
            <a:avLst/>
          </a:prstGeom>
          <a:noFill/>
          <a:ln/>
        </p:spPr>
        <p:txBody>
          <a:bodyPr wrap="square" rtlCol="0" anchor="ctr"/>
          <a:lstStyle/>
          <a:p>
            <a:pPr marL="0" indent="0">
              <a:lnSpc>
                <a:spcPct val="110000"/>
              </a:lnSpc>
              <a:buNone/>
            </a:pPr>
            <a:r>
              <a:rPr lang="en-US" sz="950" b="1" dirty="0">
                <a:solidFill>
                  <a:srgbClr val="22C55E"/>
                </a:solidFill>
                <a:latin typeface="Economica" panose="020B0604020202020204" charset="0"/>
                <a:ea typeface="Calibri" pitchFamily="34" charset="-122"/>
                <a:cs typeface="Calibri" pitchFamily="34" charset="-120"/>
              </a:rPr>
              <a:t>Базовий набір функцій платформи</a:t>
            </a:r>
            <a:endParaRPr lang="en-US" sz="950" dirty="0">
              <a:latin typeface="Economica" panose="020B0604020202020204" charset="0"/>
            </a:endParaRPr>
          </a:p>
        </p:txBody>
      </p:sp>
      <p:sp>
        <p:nvSpPr>
          <p:cNvPr id="19" name="Text 11">
            <a:extLst>
              <a:ext uri="{FF2B5EF4-FFF2-40B4-BE49-F238E27FC236}">
                <a16:creationId xmlns:a16="http://schemas.microsoft.com/office/drawing/2014/main" id="{AA41DA8A-0CEF-6B3C-0E28-E5DE068564E3}"/>
              </a:ext>
            </a:extLst>
          </p:cNvPr>
          <p:cNvSpPr/>
          <p:nvPr/>
        </p:nvSpPr>
        <p:spPr>
          <a:xfrm>
            <a:off x="2458828" y="1285934"/>
            <a:ext cx="1823321" cy="451288"/>
          </a:xfrm>
          <a:prstGeom prst="rect">
            <a:avLst/>
          </a:prstGeom>
          <a:noFill/>
          <a:ln/>
        </p:spPr>
        <p:txBody>
          <a:bodyPr wrap="square" rtlCol="0" anchor="ctr"/>
          <a:lstStyle/>
          <a:p>
            <a:pPr marL="0" indent="0">
              <a:lnSpc>
                <a:spcPct val="110000"/>
              </a:lnSpc>
              <a:buNone/>
            </a:pPr>
            <a:r>
              <a:rPr lang="en-US" sz="900" dirty="0">
                <a:solidFill>
                  <a:srgbClr val="5B5670"/>
                </a:solidFill>
                <a:latin typeface="Economica" panose="020B0604020202020204" charset="0"/>
                <a:ea typeface="Calibri" pitchFamily="34" charset="-122"/>
                <a:cs typeface="Calibri" pitchFamily="34" charset="-120"/>
              </a:rPr>
              <a:t>Немає унікальної цінності та інтелектуального алгоритму навчання</a:t>
            </a:r>
            <a:endParaRPr lang="en-US" sz="900" dirty="0">
              <a:latin typeface="Economica" panose="020B0604020202020204" charset="0"/>
            </a:endParaRPr>
          </a:p>
        </p:txBody>
      </p:sp>
      <p:sp>
        <p:nvSpPr>
          <p:cNvPr id="20" name="Shape 12">
            <a:extLst>
              <a:ext uri="{FF2B5EF4-FFF2-40B4-BE49-F238E27FC236}">
                <a16:creationId xmlns:a16="http://schemas.microsoft.com/office/drawing/2014/main" id="{DD06302F-B81C-A7A8-A152-E0A3E16187BD}"/>
              </a:ext>
            </a:extLst>
          </p:cNvPr>
          <p:cNvSpPr>
            <a:spLocks noGrp="1" noRot="1" noMove="1" noResize="1" noEditPoints="1" noAdjustHandles="1" noChangeArrowheads="1" noChangeShapeType="1"/>
          </p:cNvSpPr>
          <p:nvPr/>
        </p:nvSpPr>
        <p:spPr>
          <a:xfrm>
            <a:off x="4724689" y="634339"/>
            <a:ext cx="2012406" cy="1173348"/>
          </a:xfrm>
          <a:prstGeom prst="roundRect">
            <a:avLst>
              <a:gd name="adj" fmla="val 5128"/>
            </a:avLst>
          </a:prstGeom>
          <a:solidFill>
            <a:srgbClr val="FFFFFF"/>
          </a:solidFill>
          <a:ln w="12700">
            <a:solidFill>
              <a:srgbClr val="E5E3F5"/>
            </a:solidFill>
            <a:prstDash val="solid"/>
          </a:ln>
          <a:effectLst>
            <a:outerShdw blurRad="101600" dist="38100" dir="5400000" algn="bl" rotWithShape="0">
              <a:srgbClr val="3730A3">
                <a:alpha val="12000"/>
              </a:srgbClr>
            </a:outerShdw>
          </a:effectLst>
        </p:spPr>
        <p:txBody>
          <a:bodyPr/>
          <a:lstStyle/>
          <a:p>
            <a:endParaRPr lang="uk-UA"/>
          </a:p>
        </p:txBody>
      </p:sp>
      <p:sp>
        <p:nvSpPr>
          <p:cNvPr id="21" name="Shape 13">
            <a:extLst>
              <a:ext uri="{FF2B5EF4-FFF2-40B4-BE49-F238E27FC236}">
                <a16:creationId xmlns:a16="http://schemas.microsoft.com/office/drawing/2014/main" id="{3BB35620-5FC7-9C19-0DFA-E15A3BE7F03F}"/>
              </a:ext>
            </a:extLst>
          </p:cNvPr>
          <p:cNvSpPr/>
          <p:nvPr/>
        </p:nvSpPr>
        <p:spPr>
          <a:xfrm>
            <a:off x="4724689" y="634339"/>
            <a:ext cx="2012406" cy="45719"/>
          </a:xfrm>
          <a:prstGeom prst="rect">
            <a:avLst/>
          </a:prstGeom>
          <a:solidFill>
            <a:srgbClr val="22C55E"/>
          </a:solidFill>
          <a:ln/>
        </p:spPr>
        <p:txBody>
          <a:bodyPr/>
          <a:lstStyle/>
          <a:p>
            <a:endParaRPr lang="uk-UA"/>
          </a:p>
        </p:txBody>
      </p:sp>
      <p:sp>
        <p:nvSpPr>
          <p:cNvPr id="22" name="Text 14">
            <a:extLst>
              <a:ext uri="{FF2B5EF4-FFF2-40B4-BE49-F238E27FC236}">
                <a16:creationId xmlns:a16="http://schemas.microsoft.com/office/drawing/2014/main" id="{56D32C70-7CA4-6592-79F6-57160011FCB1}"/>
              </a:ext>
            </a:extLst>
          </p:cNvPr>
          <p:cNvSpPr/>
          <p:nvPr/>
        </p:nvSpPr>
        <p:spPr>
          <a:xfrm>
            <a:off x="4809922" y="716005"/>
            <a:ext cx="1823321" cy="210601"/>
          </a:xfrm>
          <a:prstGeom prst="rect">
            <a:avLst/>
          </a:prstGeom>
          <a:noFill/>
          <a:ln/>
        </p:spPr>
        <p:txBody>
          <a:bodyPr wrap="square" rtlCol="0" anchor="ctr"/>
          <a:lstStyle/>
          <a:p>
            <a:pPr marL="0" indent="0">
              <a:buNone/>
            </a:pPr>
            <a:r>
              <a:rPr lang="en-US" sz="1400" b="1" dirty="0">
                <a:solidFill>
                  <a:srgbClr val="1E1B2E"/>
                </a:solidFill>
                <a:latin typeface="Economica" panose="020B0604020202020204" charset="0"/>
                <a:ea typeface="Calibri" pitchFamily="34" charset="-122"/>
                <a:cs typeface="Calibri" pitchFamily="34" charset="-120"/>
              </a:rPr>
              <a:t>DuoCards</a:t>
            </a:r>
            <a:endParaRPr lang="en-US" sz="1400" dirty="0">
              <a:latin typeface="Economica" panose="020B0604020202020204" charset="0"/>
            </a:endParaRPr>
          </a:p>
        </p:txBody>
      </p:sp>
      <p:sp>
        <p:nvSpPr>
          <p:cNvPr id="23" name="Text 15">
            <a:extLst>
              <a:ext uri="{FF2B5EF4-FFF2-40B4-BE49-F238E27FC236}">
                <a16:creationId xmlns:a16="http://schemas.microsoft.com/office/drawing/2014/main" id="{CD79948F-7917-BAC6-CBCE-1150CEA98F9C}"/>
              </a:ext>
            </a:extLst>
          </p:cNvPr>
          <p:cNvSpPr/>
          <p:nvPr/>
        </p:nvSpPr>
        <p:spPr>
          <a:xfrm>
            <a:off x="4809924" y="896145"/>
            <a:ext cx="1823321" cy="391116"/>
          </a:xfrm>
          <a:prstGeom prst="rect">
            <a:avLst/>
          </a:prstGeom>
          <a:noFill/>
          <a:ln/>
        </p:spPr>
        <p:txBody>
          <a:bodyPr wrap="square" rtlCol="0" anchor="ctr"/>
          <a:lstStyle/>
          <a:p>
            <a:pPr marL="0" indent="0">
              <a:lnSpc>
                <a:spcPct val="110000"/>
              </a:lnSpc>
              <a:buNone/>
            </a:pPr>
            <a:r>
              <a:rPr lang="en-US" sz="950" b="1" dirty="0">
                <a:solidFill>
                  <a:srgbClr val="22C55E"/>
                </a:solidFill>
                <a:latin typeface="Economica" panose="020B0604020202020204" charset="0"/>
                <a:ea typeface="Calibri" pitchFamily="34" charset="-122"/>
                <a:cs typeface="Calibri" pitchFamily="34" charset="-120"/>
              </a:rPr>
              <a:t>Алгоритм повторень для вивчення слів</a:t>
            </a:r>
            <a:endParaRPr lang="en-US" sz="950" dirty="0">
              <a:latin typeface="Economica" panose="020B0604020202020204" charset="0"/>
            </a:endParaRPr>
          </a:p>
        </p:txBody>
      </p:sp>
      <p:sp>
        <p:nvSpPr>
          <p:cNvPr id="24" name="Text 16">
            <a:extLst>
              <a:ext uri="{FF2B5EF4-FFF2-40B4-BE49-F238E27FC236}">
                <a16:creationId xmlns:a16="http://schemas.microsoft.com/office/drawing/2014/main" id="{2D667540-4D4F-02F7-7A01-CA73FBCB9AF2}"/>
              </a:ext>
            </a:extLst>
          </p:cNvPr>
          <p:cNvSpPr/>
          <p:nvPr/>
        </p:nvSpPr>
        <p:spPr>
          <a:xfrm>
            <a:off x="4809923" y="1285934"/>
            <a:ext cx="1823321" cy="451288"/>
          </a:xfrm>
          <a:prstGeom prst="rect">
            <a:avLst/>
          </a:prstGeom>
          <a:noFill/>
          <a:ln/>
        </p:spPr>
        <p:txBody>
          <a:bodyPr wrap="square" rtlCol="0" anchor="ctr"/>
          <a:lstStyle/>
          <a:p>
            <a:pPr marL="0" indent="0">
              <a:lnSpc>
                <a:spcPct val="110000"/>
              </a:lnSpc>
              <a:buNone/>
            </a:pPr>
            <a:r>
              <a:rPr lang="en-US" sz="900" dirty="0">
                <a:solidFill>
                  <a:srgbClr val="5B5670"/>
                </a:solidFill>
                <a:latin typeface="Economica" panose="020B0604020202020204" charset="0"/>
                <a:ea typeface="Calibri" pitchFamily="34" charset="-122"/>
                <a:cs typeface="Calibri" pitchFamily="34" charset="-120"/>
              </a:rPr>
              <a:t>Немає модерації контенту, вузька спеціалізація, немає колаборацій</a:t>
            </a:r>
            <a:endParaRPr lang="en-US" sz="900" dirty="0">
              <a:latin typeface="Economica" panose="020B0604020202020204" charset="0"/>
            </a:endParaRPr>
          </a:p>
        </p:txBody>
      </p:sp>
      <p:sp>
        <p:nvSpPr>
          <p:cNvPr id="25" name="Shape 17">
            <a:extLst>
              <a:ext uri="{FF2B5EF4-FFF2-40B4-BE49-F238E27FC236}">
                <a16:creationId xmlns:a16="http://schemas.microsoft.com/office/drawing/2014/main" id="{FC9A936D-CE2A-EDAA-DC9A-AACCD16C1524}"/>
              </a:ext>
            </a:extLst>
          </p:cNvPr>
          <p:cNvSpPr>
            <a:spLocks noGrp="1" noRot="1" noMove="1" noResize="1" noEditPoints="1" noAdjustHandles="1" noChangeArrowheads="1" noChangeShapeType="1"/>
          </p:cNvSpPr>
          <p:nvPr/>
        </p:nvSpPr>
        <p:spPr>
          <a:xfrm>
            <a:off x="7058477" y="634339"/>
            <a:ext cx="2012406" cy="1173348"/>
          </a:xfrm>
          <a:prstGeom prst="roundRect">
            <a:avLst>
              <a:gd name="adj" fmla="val 5128"/>
            </a:avLst>
          </a:prstGeom>
          <a:solidFill>
            <a:srgbClr val="FFFFFF"/>
          </a:solidFill>
          <a:ln w="12700">
            <a:solidFill>
              <a:srgbClr val="E5E3F5"/>
            </a:solidFill>
            <a:prstDash val="solid"/>
          </a:ln>
          <a:effectLst>
            <a:outerShdw blurRad="101600" dist="38100" dir="5400000" algn="bl" rotWithShape="0">
              <a:srgbClr val="3730A3">
                <a:alpha val="12000"/>
              </a:srgbClr>
            </a:outerShdw>
          </a:effectLst>
        </p:spPr>
        <p:txBody>
          <a:bodyPr/>
          <a:lstStyle/>
          <a:p>
            <a:endParaRPr lang="uk-UA"/>
          </a:p>
        </p:txBody>
      </p:sp>
      <p:sp>
        <p:nvSpPr>
          <p:cNvPr id="26" name="Shape 18">
            <a:extLst>
              <a:ext uri="{FF2B5EF4-FFF2-40B4-BE49-F238E27FC236}">
                <a16:creationId xmlns:a16="http://schemas.microsoft.com/office/drawing/2014/main" id="{6CC1A51B-EF06-8EC2-5E01-A8F38DB98CC1}"/>
              </a:ext>
            </a:extLst>
          </p:cNvPr>
          <p:cNvSpPr/>
          <p:nvPr/>
        </p:nvSpPr>
        <p:spPr>
          <a:xfrm>
            <a:off x="7058477" y="634339"/>
            <a:ext cx="2012406" cy="45719"/>
          </a:xfrm>
          <a:prstGeom prst="rect">
            <a:avLst/>
          </a:prstGeom>
          <a:solidFill>
            <a:srgbClr val="9333EA"/>
          </a:solidFill>
          <a:ln/>
        </p:spPr>
        <p:txBody>
          <a:bodyPr/>
          <a:lstStyle/>
          <a:p>
            <a:endParaRPr lang="uk-UA"/>
          </a:p>
        </p:txBody>
      </p:sp>
      <p:sp>
        <p:nvSpPr>
          <p:cNvPr id="27" name="Text 19">
            <a:extLst>
              <a:ext uri="{FF2B5EF4-FFF2-40B4-BE49-F238E27FC236}">
                <a16:creationId xmlns:a16="http://schemas.microsoft.com/office/drawing/2014/main" id="{92D354F5-2226-64C0-1F86-921ACACFA0B1}"/>
              </a:ext>
            </a:extLst>
          </p:cNvPr>
          <p:cNvSpPr/>
          <p:nvPr/>
        </p:nvSpPr>
        <p:spPr>
          <a:xfrm>
            <a:off x="7143710" y="716005"/>
            <a:ext cx="1823321" cy="210601"/>
          </a:xfrm>
          <a:prstGeom prst="rect">
            <a:avLst/>
          </a:prstGeom>
          <a:noFill/>
          <a:ln/>
        </p:spPr>
        <p:txBody>
          <a:bodyPr wrap="square" rtlCol="0" anchor="ctr"/>
          <a:lstStyle/>
          <a:p>
            <a:pPr marL="0" indent="0">
              <a:buNone/>
            </a:pPr>
            <a:r>
              <a:rPr lang="en-US" sz="1400" b="1" dirty="0">
                <a:solidFill>
                  <a:srgbClr val="1E1B2E"/>
                </a:solidFill>
                <a:latin typeface="Economica" panose="020B0604020202020204" charset="0"/>
                <a:ea typeface="Calibri" pitchFamily="34" charset="-122"/>
                <a:cs typeface="Calibri" pitchFamily="34" charset="-120"/>
              </a:rPr>
              <a:t>Flashcards.world</a:t>
            </a:r>
            <a:endParaRPr lang="en-US" sz="1400" dirty="0">
              <a:latin typeface="Economica" panose="020B0604020202020204" charset="0"/>
            </a:endParaRPr>
          </a:p>
        </p:txBody>
      </p:sp>
      <p:sp>
        <p:nvSpPr>
          <p:cNvPr id="28" name="Text 20">
            <a:extLst>
              <a:ext uri="{FF2B5EF4-FFF2-40B4-BE49-F238E27FC236}">
                <a16:creationId xmlns:a16="http://schemas.microsoft.com/office/drawing/2014/main" id="{0C6BC46B-FD36-E496-8C58-436418206E54}"/>
              </a:ext>
            </a:extLst>
          </p:cNvPr>
          <p:cNvSpPr/>
          <p:nvPr/>
        </p:nvSpPr>
        <p:spPr>
          <a:xfrm>
            <a:off x="7143711" y="919866"/>
            <a:ext cx="1823321" cy="391116"/>
          </a:xfrm>
          <a:prstGeom prst="rect">
            <a:avLst/>
          </a:prstGeom>
          <a:noFill/>
          <a:ln/>
        </p:spPr>
        <p:txBody>
          <a:bodyPr wrap="square" rtlCol="0" anchor="ctr"/>
          <a:lstStyle/>
          <a:p>
            <a:pPr marL="0" indent="0">
              <a:lnSpc>
                <a:spcPct val="110000"/>
              </a:lnSpc>
              <a:buNone/>
            </a:pPr>
            <a:r>
              <a:rPr lang="en-US" sz="950" b="1" dirty="0">
                <a:solidFill>
                  <a:srgbClr val="22C55E"/>
                </a:solidFill>
                <a:latin typeface="Economica" panose="020B0604020202020204" charset="0"/>
                <a:ea typeface="Calibri" pitchFamily="34" charset="-122"/>
                <a:cs typeface="Calibri" pitchFamily="34" charset="-120"/>
              </a:rPr>
              <a:t>Гнучкість контенту та кастомізація дошки</a:t>
            </a:r>
            <a:endParaRPr lang="en-US" sz="950" dirty="0">
              <a:latin typeface="Economica" panose="020B0604020202020204" charset="0"/>
            </a:endParaRPr>
          </a:p>
        </p:txBody>
      </p:sp>
      <p:sp>
        <p:nvSpPr>
          <p:cNvPr id="29" name="Text 21">
            <a:extLst>
              <a:ext uri="{FF2B5EF4-FFF2-40B4-BE49-F238E27FC236}">
                <a16:creationId xmlns:a16="http://schemas.microsoft.com/office/drawing/2014/main" id="{871F6798-FEA7-46E8-39A0-876A893B21E4}"/>
              </a:ext>
            </a:extLst>
          </p:cNvPr>
          <p:cNvSpPr/>
          <p:nvPr/>
        </p:nvSpPr>
        <p:spPr>
          <a:xfrm>
            <a:off x="7143712" y="1293271"/>
            <a:ext cx="1823321" cy="451288"/>
          </a:xfrm>
          <a:prstGeom prst="rect">
            <a:avLst/>
          </a:prstGeom>
          <a:noFill/>
          <a:ln/>
        </p:spPr>
        <p:txBody>
          <a:bodyPr wrap="square" rtlCol="0" anchor="ctr"/>
          <a:lstStyle/>
          <a:p>
            <a:pPr marL="0" indent="0">
              <a:lnSpc>
                <a:spcPct val="110000"/>
              </a:lnSpc>
              <a:buNone/>
            </a:pPr>
            <a:r>
              <a:rPr lang="en-US" sz="900" dirty="0">
                <a:solidFill>
                  <a:srgbClr val="5B5670"/>
                </a:solidFill>
                <a:latin typeface="Economica" panose="020B0604020202020204" charset="0"/>
                <a:ea typeface="Calibri" pitchFamily="34" charset="-122"/>
                <a:cs typeface="Calibri" pitchFamily="34" charset="-120"/>
              </a:rPr>
              <a:t>Немає SSO та ШІ-генерації, слабший алгоритм навчання</a:t>
            </a:r>
            <a:endParaRPr lang="en-US" sz="900" dirty="0">
              <a:latin typeface="Economica" panose="020B0604020202020204" charset="0"/>
            </a:endParaRPr>
          </a:p>
        </p:txBody>
      </p:sp>
      <p:graphicFrame>
        <p:nvGraphicFramePr>
          <p:cNvPr id="30" name="Table 0">
            <a:extLst>
              <a:ext uri="{FF2B5EF4-FFF2-40B4-BE49-F238E27FC236}">
                <a16:creationId xmlns:a16="http://schemas.microsoft.com/office/drawing/2014/main" id="{3FA67E95-F46E-0CC6-9D42-D2D10D51B105}"/>
              </a:ext>
            </a:extLst>
          </p:cNvPr>
          <p:cNvGraphicFramePr>
            <a:graphicFrameLocks noGrp="1"/>
          </p:cNvGraphicFramePr>
          <p:nvPr>
            <p:extLst>
              <p:ext uri="{D42A27DB-BD31-4B8C-83A1-F6EECF244321}">
                <p14:modId xmlns:p14="http://schemas.microsoft.com/office/powerpoint/2010/main" val="3541746790"/>
              </p:ext>
            </p:extLst>
          </p:nvPr>
        </p:nvGraphicFramePr>
        <p:xfrm>
          <a:off x="486410" y="1952197"/>
          <a:ext cx="8204944" cy="2054722"/>
        </p:xfrm>
        <a:graphic>
          <a:graphicData uri="http://schemas.openxmlformats.org/drawingml/2006/table">
            <a:tbl>
              <a:tblPr/>
              <a:tblGrid>
                <a:gridCol w="2127208">
                  <a:extLst>
                    <a:ext uri="{9D8B030D-6E8A-4147-A177-3AD203B41FA5}">
                      <a16:colId xmlns:a16="http://schemas.microsoft.com/office/drawing/2014/main" val="20000"/>
                    </a:ext>
                  </a:extLst>
                </a:gridCol>
                <a:gridCol w="1519434">
                  <a:extLst>
                    <a:ext uri="{9D8B030D-6E8A-4147-A177-3AD203B41FA5}">
                      <a16:colId xmlns:a16="http://schemas.microsoft.com/office/drawing/2014/main" val="20001"/>
                    </a:ext>
                  </a:extLst>
                </a:gridCol>
                <a:gridCol w="1519434">
                  <a:extLst>
                    <a:ext uri="{9D8B030D-6E8A-4147-A177-3AD203B41FA5}">
                      <a16:colId xmlns:a16="http://schemas.microsoft.com/office/drawing/2014/main" val="20002"/>
                    </a:ext>
                  </a:extLst>
                </a:gridCol>
                <a:gridCol w="1519434">
                  <a:extLst>
                    <a:ext uri="{9D8B030D-6E8A-4147-A177-3AD203B41FA5}">
                      <a16:colId xmlns:a16="http://schemas.microsoft.com/office/drawing/2014/main" val="20003"/>
                    </a:ext>
                  </a:extLst>
                </a:gridCol>
                <a:gridCol w="1519434">
                  <a:extLst>
                    <a:ext uri="{9D8B030D-6E8A-4147-A177-3AD203B41FA5}">
                      <a16:colId xmlns:a16="http://schemas.microsoft.com/office/drawing/2014/main" val="20004"/>
                    </a:ext>
                  </a:extLst>
                </a:gridCol>
              </a:tblGrid>
              <a:tr h="260744">
                <a:tc>
                  <a:txBody>
                    <a:bodyPr/>
                    <a:lstStyle/>
                    <a:p>
                      <a:pPr marL="0" indent="0">
                        <a:buNone/>
                      </a:pPr>
                      <a:r>
                        <a:rPr lang="en-US" sz="1000" b="1" dirty="0">
                          <a:solidFill>
                            <a:srgbClr val="FFFFFF"/>
                          </a:solidFill>
                          <a:latin typeface="Economica" panose="020B0604020202020204" charset="0"/>
                        </a:rPr>
                        <a:t>Критерій</a:t>
                      </a:r>
                      <a:endParaRPr lang="en-US" sz="100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3730A3"/>
                    </a:solidFill>
                  </a:tcPr>
                </a:tc>
                <a:tc>
                  <a:txBody>
                    <a:bodyPr/>
                    <a:lstStyle/>
                    <a:p>
                      <a:pPr marL="0" indent="0" algn="ctr">
                        <a:buNone/>
                      </a:pPr>
                      <a:r>
                        <a:rPr lang="en-US" sz="1000" b="1" dirty="0">
                          <a:solidFill>
                            <a:srgbClr val="FFFFFF"/>
                          </a:solidFill>
                          <a:latin typeface="Economica" panose="020B0604020202020204" charset="0"/>
                        </a:rPr>
                        <a:t>Kahoot!</a:t>
                      </a:r>
                      <a:endParaRPr lang="en-US" sz="100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3730A3"/>
                    </a:solidFill>
                  </a:tcPr>
                </a:tc>
                <a:tc>
                  <a:txBody>
                    <a:bodyPr/>
                    <a:lstStyle/>
                    <a:p>
                      <a:pPr marL="0" indent="0" algn="ctr">
                        <a:buNone/>
                      </a:pPr>
                      <a:r>
                        <a:rPr lang="en-US" sz="1000" b="1" dirty="0">
                          <a:solidFill>
                            <a:srgbClr val="FFFFFF"/>
                          </a:solidFill>
                          <a:latin typeface="Economica" panose="020B0604020202020204" charset="0"/>
                        </a:rPr>
                        <a:t>Wayground</a:t>
                      </a:r>
                      <a:endParaRPr lang="en-US" sz="100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3730A3"/>
                    </a:solidFill>
                  </a:tcPr>
                </a:tc>
                <a:tc>
                  <a:txBody>
                    <a:bodyPr/>
                    <a:lstStyle/>
                    <a:p>
                      <a:pPr marL="0" indent="0" algn="ctr">
                        <a:buNone/>
                      </a:pPr>
                      <a:r>
                        <a:rPr lang="en-US" sz="1000" b="1" dirty="0">
                          <a:solidFill>
                            <a:srgbClr val="FFFFFF"/>
                          </a:solidFill>
                          <a:latin typeface="Economica" panose="020B0604020202020204" charset="0"/>
                        </a:rPr>
                        <a:t>DuoCards</a:t>
                      </a:r>
                      <a:endParaRPr lang="en-US" sz="100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3730A3"/>
                    </a:solidFill>
                  </a:tcPr>
                </a:tc>
                <a:tc>
                  <a:txBody>
                    <a:bodyPr/>
                    <a:lstStyle/>
                    <a:p>
                      <a:pPr marL="0" indent="0" algn="ctr">
                        <a:buNone/>
                      </a:pPr>
                      <a:r>
                        <a:rPr lang="en-US" sz="1000" b="1" dirty="0">
                          <a:solidFill>
                            <a:srgbClr val="FFFFFF"/>
                          </a:solidFill>
                          <a:latin typeface="Economica" panose="020B0604020202020204" charset="0"/>
                        </a:rPr>
                        <a:t>flashcards.</a:t>
                      </a:r>
                      <a:endParaRPr lang="en-US" sz="1000" dirty="0">
                        <a:latin typeface="Economica" panose="020B0604020202020204" charset="0"/>
                      </a:endParaRPr>
                    </a:p>
                    <a:p>
                      <a:pPr marL="0" indent="0" algn="ctr">
                        <a:buNone/>
                      </a:pPr>
                      <a:r>
                        <a:rPr lang="en-US" sz="1000" b="1" dirty="0">
                          <a:solidFill>
                            <a:srgbClr val="FFFFFF"/>
                          </a:solidFill>
                          <a:latin typeface="Economica" panose="020B0604020202020204" charset="0"/>
                        </a:rPr>
                        <a:t>world</a:t>
                      </a:r>
                      <a:endParaRPr lang="en-US" sz="100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3730A3"/>
                    </a:solidFill>
                  </a:tcPr>
                </a:tc>
                <a:extLst>
                  <a:ext uri="{0D108BD9-81ED-4DB2-BD59-A6C34878D82A}">
                    <a16:rowId xmlns:a16="http://schemas.microsoft.com/office/drawing/2014/main" val="10000"/>
                  </a:ext>
                </a:extLst>
              </a:tr>
              <a:tr h="236926">
                <a:tc>
                  <a:txBody>
                    <a:bodyPr/>
                    <a:lstStyle/>
                    <a:p>
                      <a:pPr marL="0" indent="0" algn="l">
                        <a:buNone/>
                      </a:pPr>
                      <a:r>
                        <a:rPr lang="en-US" sz="950" dirty="0">
                          <a:solidFill>
                            <a:srgbClr val="1E1B2E"/>
                          </a:solidFill>
                          <a:latin typeface="Economica" panose="020B0604020202020204" charset="0"/>
                        </a:rPr>
                        <a:t>ШІ-генерація</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22C55E"/>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22C55E"/>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6926">
                <a:tc>
                  <a:txBody>
                    <a:bodyPr/>
                    <a:lstStyle/>
                    <a:p>
                      <a:pPr marL="0" indent="0" algn="l">
                        <a:buNone/>
                      </a:pPr>
                      <a:r>
                        <a:rPr lang="en-US" sz="950" dirty="0">
                          <a:solidFill>
                            <a:srgbClr val="1E1B2E"/>
                          </a:solidFill>
                          <a:latin typeface="Economica" panose="020B0604020202020204" charset="0"/>
                        </a:rPr>
                        <a:t>Авторизація SSO</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22C55E"/>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22C55E"/>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36926">
                <a:tc>
                  <a:txBody>
                    <a:bodyPr/>
                    <a:lstStyle/>
                    <a:p>
                      <a:pPr marL="0" indent="0" algn="l">
                        <a:buNone/>
                      </a:pPr>
                      <a:r>
                        <a:rPr lang="en-US" sz="950" dirty="0">
                          <a:solidFill>
                            <a:srgbClr val="1E1B2E"/>
                          </a:solidFill>
                          <a:latin typeface="Economica" panose="020B0604020202020204" charset="0"/>
                        </a:rPr>
                        <a:t>Система ролей</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22C55E"/>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6926">
                <a:tc>
                  <a:txBody>
                    <a:bodyPr/>
                    <a:lstStyle/>
                    <a:p>
                      <a:pPr marL="0" indent="0" algn="l">
                        <a:buNone/>
                      </a:pPr>
                      <a:r>
                        <a:rPr lang="en-US" sz="950" dirty="0">
                          <a:solidFill>
                            <a:srgbClr val="1E1B2E"/>
                          </a:solidFill>
                          <a:latin typeface="Economica" panose="020B0604020202020204" charset="0"/>
                        </a:rPr>
                        <a:t>Система репортів</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22C55E"/>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36926">
                <a:tc>
                  <a:txBody>
                    <a:bodyPr/>
                    <a:lstStyle/>
                    <a:p>
                      <a:pPr marL="0" indent="0" algn="l">
                        <a:buNone/>
                      </a:pPr>
                      <a:r>
                        <a:rPr lang="en-US" sz="950" dirty="0">
                          <a:solidFill>
                            <a:srgbClr val="1E1B2E"/>
                          </a:solidFill>
                          <a:latin typeface="Economica" panose="020B0604020202020204" charset="0"/>
                        </a:rPr>
                        <a:t>Колаборації</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22C55E"/>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36926">
                <a:tc>
                  <a:txBody>
                    <a:bodyPr/>
                    <a:lstStyle/>
                    <a:p>
                      <a:pPr marL="0" indent="0" algn="l">
                        <a:buNone/>
                      </a:pPr>
                      <a:r>
                        <a:rPr lang="en-US" sz="950" dirty="0">
                          <a:solidFill>
                            <a:srgbClr val="1E1B2E"/>
                          </a:solidFill>
                          <a:latin typeface="Economica" panose="020B0604020202020204" charset="0"/>
                        </a:rPr>
                        <a:t>Алгоритм вивчення</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22C55E"/>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C48A00"/>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36926">
                <a:tc>
                  <a:txBody>
                    <a:bodyPr/>
                    <a:lstStyle/>
                    <a:p>
                      <a:pPr marL="0" indent="0" algn="l">
                        <a:buNone/>
                      </a:pPr>
                      <a:r>
                        <a:rPr lang="en-US" sz="950" dirty="0">
                          <a:solidFill>
                            <a:srgbClr val="1E1B2E"/>
                          </a:solidFill>
                          <a:latin typeface="Economica" panose="020B0604020202020204" charset="0"/>
                        </a:rPr>
                        <a:t>Статистика</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22C55E"/>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1477A"/>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22C55E"/>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22C55E"/>
                          </a:solidFill>
                          <a:latin typeface="Economica" panose="020B0604020202020204" charset="0"/>
                        </a:rPr>
                        <a:t>+</a:t>
                      </a:r>
                      <a:endParaRPr lang="en-US" sz="950" dirty="0">
                        <a:latin typeface="Economica" panose="020B0604020202020204" charset="0"/>
                      </a:endParaRPr>
                    </a:p>
                  </a:txBody>
                  <a:tcPr anchor="ctr">
                    <a:lnL w="9525" cap="flat" cmpd="sng" algn="ctr">
                      <a:solidFill>
                        <a:srgbClr val="E5E3F5"/>
                      </a:solidFill>
                      <a:prstDash val="solid"/>
                      <a:round/>
                      <a:headEnd type="none" w="med" len="med"/>
                      <a:tailEnd type="none" w="med" len="med"/>
                    </a:lnL>
                    <a:lnR w="9525" cap="flat" cmpd="sng" algn="ctr">
                      <a:solidFill>
                        <a:srgbClr val="E5E3F5"/>
                      </a:solidFill>
                      <a:prstDash val="solid"/>
                      <a:round/>
                      <a:headEnd type="none" w="med" len="med"/>
                      <a:tailEnd type="none" w="med" len="med"/>
                    </a:lnR>
                    <a:lnT w="9525" cap="flat" cmpd="sng" algn="ctr">
                      <a:solidFill>
                        <a:srgbClr val="E5E3F5"/>
                      </a:solidFill>
                      <a:prstDash val="solid"/>
                      <a:round/>
                      <a:headEnd type="none" w="med" len="med"/>
                      <a:tailEnd type="none" w="med" len="med"/>
                    </a:lnT>
                    <a:lnB w="9525" cap="flat" cmpd="sng" algn="ctr">
                      <a:solidFill>
                        <a:srgbClr val="E5E3F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1" name="TextBox 30">
            <a:extLst>
              <a:ext uri="{FF2B5EF4-FFF2-40B4-BE49-F238E27FC236}">
                <a16:creationId xmlns:a16="http://schemas.microsoft.com/office/drawing/2014/main" id="{8E958B6A-D956-8817-AC48-7B89D8B9E67C}"/>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3</a:t>
            </a:fld>
            <a:endParaRPr lang="uk-UA"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5" name="Image 0" descr="/home/claude/media/media/image11.png"/>
          <p:cNvPicPr>
            <a:picLocks noChangeAspect="1"/>
          </p:cNvPicPr>
          <p:nvPr/>
        </p:nvPicPr>
        <p:blipFill>
          <a:blip r:embed="rId3"/>
          <a:stretch>
            <a:fillRect/>
          </a:stretch>
        </p:blipFill>
        <p:spPr>
          <a:xfrm>
            <a:off x="5477603" y="99717"/>
            <a:ext cx="3520440" cy="4944066"/>
          </a:xfrm>
          <a:prstGeom prst="rect">
            <a:avLst/>
          </a:prstGeom>
        </p:spPr>
      </p:pic>
      <p:sp>
        <p:nvSpPr>
          <p:cNvPr id="85" name="Google Shape;85;p16"/>
          <p:cNvSpPr txBox="1">
            <a:spLocks noGrp="1"/>
          </p:cNvSpPr>
          <p:nvPr>
            <p:ph type="title"/>
          </p:nvPr>
        </p:nvSpPr>
        <p:spPr>
          <a:xfrm>
            <a:off x="163242" y="99717"/>
            <a:ext cx="5151120" cy="8313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uk" sz="2400" dirty="0">
                <a:latin typeface="+mn-lt"/>
              </a:rPr>
              <a:t>Постановка задачі та опис системи</a:t>
            </a:r>
            <a:endParaRPr sz="2400" dirty="0">
              <a:latin typeface="+mn-lt"/>
            </a:endParaRPr>
          </a:p>
        </p:txBody>
      </p:sp>
      <p:pic>
        <p:nvPicPr>
          <p:cNvPr id="87" name="Google Shape;87;p16"/>
          <p:cNvPicPr preferRelativeResize="0"/>
          <p:nvPr/>
        </p:nvPicPr>
        <p:blipFill>
          <a:blip r:embed="rId4">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723D9805-068E-FE7E-BC9A-0C410D68B73B}"/>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4</a:t>
            </a:fld>
            <a:endParaRPr lang="uk-UA" dirty="0"/>
          </a:p>
        </p:txBody>
      </p:sp>
      <p:sp>
        <p:nvSpPr>
          <p:cNvPr id="7" name="TextBox 6">
            <a:extLst>
              <a:ext uri="{FF2B5EF4-FFF2-40B4-BE49-F238E27FC236}">
                <a16:creationId xmlns:a16="http://schemas.microsoft.com/office/drawing/2014/main" id="{AD220ADD-C839-ADB0-4AE9-DD993D2883A3}"/>
              </a:ext>
            </a:extLst>
          </p:cNvPr>
          <p:cNvSpPr txBox="1"/>
          <p:nvPr/>
        </p:nvSpPr>
        <p:spPr>
          <a:xfrm>
            <a:off x="525780" y="1048256"/>
            <a:ext cx="4426044" cy="3046988"/>
          </a:xfrm>
          <a:prstGeom prst="rect">
            <a:avLst/>
          </a:prstGeom>
          <a:noFill/>
        </p:spPr>
        <p:txBody>
          <a:bodyPr wrap="square">
            <a:spAutoFit/>
          </a:bodyPr>
          <a:lstStyle/>
          <a:p>
            <a:r>
              <a:rPr lang="uk-UA" sz="1600" dirty="0"/>
              <a:t>Проблема: існуючі рішення поєднують або хороший алгоритм навчання без соціальних функцій, або соціальні можливості без ефективного навчання — користувачі не можуть зручно ділитись і оцінювати чужий контент.</a:t>
            </a:r>
          </a:p>
          <a:p>
            <a:endParaRPr lang="uk-UA" sz="1600" dirty="0"/>
          </a:p>
          <a:p>
            <a:r>
              <a:rPr lang="uk-UA" sz="1600" dirty="0"/>
              <a:t>Очікуваний результат: соціальний модуль з автентифікацією, коментарями й рейтингами, публічним репозиторієм контенту, ШІ-генерацією та адмініструванням системи.</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6" name="Image 1" descr="/home/claude/media/media/image12.png">
            <a:extLst>
              <a:ext uri="{FF2B5EF4-FFF2-40B4-BE49-F238E27FC236}">
                <a16:creationId xmlns:a16="http://schemas.microsoft.com/office/drawing/2014/main" id="{D9DF27AF-4288-0425-3A4A-E1CA75D24BF9}"/>
              </a:ext>
            </a:extLst>
          </p:cNvPr>
          <p:cNvPicPr>
            <a:picLocks noChangeAspect="1"/>
          </p:cNvPicPr>
          <p:nvPr/>
        </p:nvPicPr>
        <p:blipFill>
          <a:blip r:embed="rId3"/>
          <a:stretch>
            <a:fillRect/>
          </a:stretch>
        </p:blipFill>
        <p:spPr>
          <a:xfrm>
            <a:off x="4930066" y="783583"/>
            <a:ext cx="4211338" cy="1593858"/>
          </a:xfrm>
          <a:prstGeom prst="rect">
            <a:avLst/>
          </a:prstGeom>
        </p:spPr>
      </p:pic>
      <p:pic>
        <p:nvPicPr>
          <p:cNvPr id="5" name="Image 0" descr="/home/claude/media/media/image13.png">
            <a:extLst>
              <a:ext uri="{FF2B5EF4-FFF2-40B4-BE49-F238E27FC236}">
                <a16:creationId xmlns:a16="http://schemas.microsoft.com/office/drawing/2014/main" id="{4D2F640F-2665-D360-58A1-E7F5F8471B39}"/>
              </a:ext>
            </a:extLst>
          </p:cNvPr>
          <p:cNvPicPr>
            <a:picLocks noChangeAspect="1"/>
          </p:cNvPicPr>
          <p:nvPr/>
        </p:nvPicPr>
        <p:blipFill>
          <a:blip r:embed="rId4"/>
          <a:stretch>
            <a:fillRect/>
          </a:stretch>
        </p:blipFill>
        <p:spPr>
          <a:xfrm>
            <a:off x="0" y="764524"/>
            <a:ext cx="4930066" cy="3594976"/>
          </a:xfrm>
          <a:prstGeom prst="rect">
            <a:avLst/>
          </a:prstGeom>
        </p:spPr>
      </p:pic>
      <p:sp>
        <p:nvSpPr>
          <p:cNvPr id="99" name="Google Shape;99;p18"/>
          <p:cNvSpPr txBox="1">
            <a:spLocks noGrp="1"/>
          </p:cNvSpPr>
          <p:nvPr>
            <p:ph type="title"/>
          </p:nvPr>
        </p:nvSpPr>
        <p:spPr>
          <a:xfrm>
            <a:off x="311700" y="-186276"/>
            <a:ext cx="8520600" cy="831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uk-UA" sz="3200" dirty="0"/>
              <a:t>Діаграми компонентів та розгортання</a:t>
            </a:r>
            <a:endParaRPr sz="3200" dirty="0"/>
          </a:p>
        </p:txBody>
      </p:sp>
      <p:pic>
        <p:nvPicPr>
          <p:cNvPr id="101" name="Google Shape;101;p18"/>
          <p:cNvPicPr preferRelativeResize="0"/>
          <p:nvPr/>
        </p:nvPicPr>
        <p:blipFill>
          <a:blip r:embed="rId5">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12A55726-B906-08A2-C43F-1B00FCF5F354}"/>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5</a:t>
            </a:fld>
            <a:endParaRPr lang="uk-UA" dirty="0"/>
          </a:p>
        </p:txBody>
      </p:sp>
      <p:sp>
        <p:nvSpPr>
          <p:cNvPr id="7" name="Text 2">
            <a:extLst>
              <a:ext uri="{FF2B5EF4-FFF2-40B4-BE49-F238E27FC236}">
                <a16:creationId xmlns:a16="http://schemas.microsoft.com/office/drawing/2014/main" id="{C19AE531-9DF2-0365-7797-0F82EE6FAA01}"/>
              </a:ext>
            </a:extLst>
          </p:cNvPr>
          <p:cNvSpPr/>
          <p:nvPr/>
        </p:nvSpPr>
        <p:spPr>
          <a:xfrm>
            <a:off x="1503680" y="3331875"/>
            <a:ext cx="5349240" cy="320040"/>
          </a:xfrm>
          <a:prstGeom prst="rect">
            <a:avLst/>
          </a:prstGeom>
          <a:noFill/>
          <a:ln/>
        </p:spPr>
        <p:txBody>
          <a:bodyPr wrap="square" rtlCol="0" anchor="ctr"/>
          <a:lstStyle/>
          <a:p>
            <a:pPr marL="0" indent="0" algn="ctr">
              <a:buNone/>
            </a:pPr>
            <a:r>
              <a:rPr lang="en-US" sz="1300" b="1" dirty="0">
                <a:solidFill>
                  <a:schemeClr val="tx1"/>
                </a:solidFill>
                <a:latin typeface="Economica" panose="020B0604020202020204" charset="0"/>
                <a:ea typeface="Calibri" pitchFamily="34" charset="-122"/>
                <a:cs typeface="Calibri" pitchFamily="34" charset="-120"/>
              </a:rPr>
              <a:t>Діаграма компонентів</a:t>
            </a:r>
            <a:endParaRPr lang="en-US" sz="1300" dirty="0">
              <a:solidFill>
                <a:schemeClr val="tx1"/>
              </a:solidFill>
              <a:latin typeface="Economica" panose="020B0604020202020204" charset="0"/>
            </a:endParaRPr>
          </a:p>
        </p:txBody>
      </p:sp>
      <p:sp>
        <p:nvSpPr>
          <p:cNvPr id="8" name="Text 4">
            <a:extLst>
              <a:ext uri="{FF2B5EF4-FFF2-40B4-BE49-F238E27FC236}">
                <a16:creationId xmlns:a16="http://schemas.microsoft.com/office/drawing/2014/main" id="{4683C836-BD92-8BEF-7867-88073451AE1B}"/>
              </a:ext>
            </a:extLst>
          </p:cNvPr>
          <p:cNvSpPr/>
          <p:nvPr/>
        </p:nvSpPr>
        <p:spPr>
          <a:xfrm>
            <a:off x="4361115" y="2396500"/>
            <a:ext cx="5349240" cy="320040"/>
          </a:xfrm>
          <a:prstGeom prst="rect">
            <a:avLst/>
          </a:prstGeom>
          <a:noFill/>
          <a:ln/>
        </p:spPr>
        <p:txBody>
          <a:bodyPr wrap="square" rtlCol="0" anchor="ctr"/>
          <a:lstStyle/>
          <a:p>
            <a:pPr marL="0" indent="0" algn="ctr">
              <a:buNone/>
            </a:pPr>
            <a:r>
              <a:rPr lang="en-US" sz="1300" b="1" dirty="0">
                <a:solidFill>
                  <a:schemeClr val="tx1"/>
                </a:solidFill>
                <a:latin typeface="Economica" panose="020B0604020202020204" charset="0"/>
                <a:ea typeface="Calibri" pitchFamily="34" charset="-122"/>
                <a:cs typeface="Calibri" pitchFamily="34" charset="-120"/>
              </a:rPr>
              <a:t>Діаграма розгортання</a:t>
            </a:r>
            <a:endParaRPr lang="en-US" sz="1300" dirty="0">
              <a:solidFill>
                <a:schemeClr val="tx1"/>
              </a:solidFill>
              <a:latin typeface="Economica" panose="020B060402020202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1042" name="Picture 18" descr="Implementing Google OAuth2 in your website - Learnings of a developer">
            <a:extLst>
              <a:ext uri="{FF2B5EF4-FFF2-40B4-BE49-F238E27FC236}">
                <a16:creationId xmlns:a16="http://schemas.microsoft.com/office/drawing/2014/main" id="{3EBBFEB5-AABD-94D4-91D2-35A64386E6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1801" y="2066187"/>
            <a:ext cx="2648465" cy="1765644"/>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Использование Postgres-триггеров для исторических таблиц / Хабр">
            <a:extLst>
              <a:ext uri="{FF2B5EF4-FFF2-40B4-BE49-F238E27FC236}">
                <a16:creationId xmlns:a16="http://schemas.microsoft.com/office/drawing/2014/main" id="{B91F8BA6-71CA-D938-F4B5-8BA7419B93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4734" y="2151450"/>
            <a:ext cx="2835768" cy="1595119"/>
          </a:xfrm>
          <a:prstGeom prst="rect">
            <a:avLst/>
          </a:prstGeom>
          <a:noFill/>
          <a:extLst>
            <a:ext uri="{909E8E84-426E-40DD-AFC4-6F175D3DCCD1}">
              <a14:hiddenFill xmlns:a14="http://schemas.microsoft.com/office/drawing/2010/main">
                <a:solidFill>
                  <a:srgbClr val="FFFFFF"/>
                </a:solidFill>
              </a14:hiddenFill>
            </a:ext>
          </a:extLst>
        </p:spPr>
      </p:pic>
      <p:sp>
        <p:nvSpPr>
          <p:cNvPr id="92" name="Google Shape;92;p17"/>
          <p:cNvSpPr txBox="1">
            <a:spLocks noGrp="1"/>
          </p:cNvSpPr>
          <p:nvPr>
            <p:ph type="title"/>
          </p:nvPr>
        </p:nvSpPr>
        <p:spPr>
          <a:xfrm>
            <a:off x="311700" y="0"/>
            <a:ext cx="8520600" cy="831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uk" sz="3200" dirty="0"/>
              <a:t>Вибір технологій розробки </a:t>
            </a:r>
            <a:endParaRPr sz="3200" dirty="0"/>
          </a:p>
        </p:txBody>
      </p:sp>
      <p:pic>
        <p:nvPicPr>
          <p:cNvPr id="94" name="Google Shape;94;p17"/>
          <p:cNvPicPr preferRelativeResize="0"/>
          <p:nvPr/>
        </p:nvPicPr>
        <p:blipFill>
          <a:blip r:embed="rId5">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A343E912-C721-1128-5F72-D9BB9BCF5CCA}"/>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6</a:t>
            </a:fld>
            <a:endParaRPr lang="uk-UA" dirty="0"/>
          </a:p>
        </p:txBody>
      </p:sp>
      <p:pic>
        <p:nvPicPr>
          <p:cNvPr id="1026" name="Picture 2" descr="TypeScript в деталях. Часть 3 / Хабр">
            <a:extLst>
              <a:ext uri="{FF2B5EF4-FFF2-40B4-BE49-F238E27FC236}">
                <a16:creationId xmlns:a16="http://schemas.microsoft.com/office/drawing/2014/main" id="{C4A2EA33-8207-115A-57D7-813AC7A751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2798" y="1115812"/>
            <a:ext cx="1786918" cy="10058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act Native: Mobile Apps for Android &amp; iOS | iQuest">
            <a:extLst>
              <a:ext uri="{FF2B5EF4-FFF2-40B4-BE49-F238E27FC236}">
                <a16:creationId xmlns:a16="http://schemas.microsoft.com/office/drawing/2014/main" id="{46BF549B-9C4F-E5A0-7C07-60BF6195B7A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64683" y="1012426"/>
            <a:ext cx="1756640" cy="115426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xploring Expo in React Native: A Comprehensive Guide to Cross-Platform App  Development | by Ömür Bilgili | Medium">
            <a:extLst>
              <a:ext uri="{FF2B5EF4-FFF2-40B4-BE49-F238E27FC236}">
                <a16:creationId xmlns:a16="http://schemas.microsoft.com/office/drawing/2014/main" id="{31422D22-18CD-AF16-B2B8-A63A6429CBA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26290" y="1267878"/>
            <a:ext cx="1702502" cy="8313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hy I Switched to Expo Router: Best Practices and Implementation Guide | by  Andrew Chester | Medium">
            <a:extLst>
              <a:ext uri="{FF2B5EF4-FFF2-40B4-BE49-F238E27FC236}">
                <a16:creationId xmlns:a16="http://schemas.microsoft.com/office/drawing/2014/main" id="{372FB2E9-AEF5-B9F6-06B4-236F89A695E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81760" y="1245404"/>
            <a:ext cx="2122634" cy="87624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upabase: Делаем разработку простой, масштабируемой и доступной">
            <a:extLst>
              <a:ext uri="{FF2B5EF4-FFF2-40B4-BE49-F238E27FC236}">
                <a16:creationId xmlns:a16="http://schemas.microsoft.com/office/drawing/2014/main" id="{C3587BDE-7ECC-98A1-3370-7E0968CABE2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6040" y="2702931"/>
            <a:ext cx="2255726" cy="54474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Google Gemini">
            <a:extLst>
              <a:ext uri="{FF2B5EF4-FFF2-40B4-BE49-F238E27FC236}">
                <a16:creationId xmlns:a16="http://schemas.microsoft.com/office/drawing/2014/main" id="{ADB8CB71-B0E6-25D1-157D-779107F73F5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24577" t="31149" r="24280" b="25999"/>
          <a:stretch>
            <a:fillRect/>
          </a:stretch>
        </p:blipFill>
        <p:spPr bwMode="auto">
          <a:xfrm>
            <a:off x="2464683" y="3805539"/>
            <a:ext cx="2107317" cy="99322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Explore 4+ Free Pixaba Illustrations: Download Now - Pixabay">
            <a:extLst>
              <a:ext uri="{FF2B5EF4-FFF2-40B4-BE49-F238E27FC236}">
                <a16:creationId xmlns:a16="http://schemas.microsoft.com/office/drawing/2014/main" id="{DFDE851A-EF61-24F5-FA4D-CBEF9166327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65865" y="3598786"/>
            <a:ext cx="1156311" cy="11563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a:off x="311700" y="-92038"/>
            <a:ext cx="8520600" cy="831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uk" sz="3200" dirty="0"/>
              <a:t>Проєктування бази даних</a:t>
            </a:r>
            <a:endParaRPr sz="3200" dirty="0"/>
          </a:p>
        </p:txBody>
      </p:sp>
      <p:pic>
        <p:nvPicPr>
          <p:cNvPr id="115" name="Google Shape;115;p20"/>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E8624834-013E-7249-F488-C816A0DA9355}"/>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7</a:t>
            </a:fld>
            <a:endParaRPr lang="uk-UA" dirty="0"/>
          </a:p>
        </p:txBody>
      </p:sp>
      <p:pic>
        <p:nvPicPr>
          <p:cNvPr id="5" name="Рисунок 4">
            <a:extLst>
              <a:ext uri="{FF2B5EF4-FFF2-40B4-BE49-F238E27FC236}">
                <a16:creationId xmlns:a16="http://schemas.microsoft.com/office/drawing/2014/main" id="{0A22DDB9-298B-15DA-4A87-D853D8AFA2A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77533" y="739262"/>
            <a:ext cx="5988934" cy="4250709"/>
          </a:xfrm>
          <a:prstGeom prst="rect">
            <a:avLst/>
          </a:prstGeom>
          <a:noFill/>
          <a:ln w="6350">
            <a:solidFill>
              <a:schemeClr val="tx1"/>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257640" y="-213400"/>
            <a:ext cx="8520600" cy="831300"/>
          </a:xfrm>
          <a:prstGeom prst="rect">
            <a:avLst/>
          </a:prstGeom>
        </p:spPr>
        <p:txBody>
          <a:bodyPr spcFirstLastPara="1" wrap="square" lIns="91425" tIns="91425" rIns="91425" bIns="91425" anchor="ctr" anchorCtr="0">
            <a:normAutofit/>
          </a:bodyPr>
          <a:lstStyle/>
          <a:p>
            <a:pPr lvl="0" algn="ctr"/>
            <a:r>
              <a:rPr lang="uk" sz="1600" dirty="0"/>
              <a:t>Приклад реалізації - </a:t>
            </a:r>
            <a:r>
              <a:rPr lang="uk-UA" sz="1600" dirty="0"/>
              <a:t>Крос-платформний </a:t>
            </a:r>
            <a:r>
              <a:rPr lang="uk-UA" sz="1600" dirty="0" err="1"/>
              <a:t>Google</a:t>
            </a:r>
            <a:r>
              <a:rPr lang="uk-UA" sz="1600" dirty="0"/>
              <a:t> </a:t>
            </a:r>
            <a:r>
              <a:rPr lang="uk-UA" sz="1600" dirty="0" err="1"/>
              <a:t>OAuth</a:t>
            </a:r>
            <a:endParaRPr sz="1600" dirty="0"/>
          </a:p>
        </p:txBody>
      </p:sp>
      <p:pic>
        <p:nvPicPr>
          <p:cNvPr id="122" name="Google Shape;122;p21"/>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68800C66-AABB-EFA8-12F4-0C56A1243712}"/>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8</a:t>
            </a:fld>
            <a:endParaRPr lang="uk-UA" dirty="0"/>
          </a:p>
        </p:txBody>
      </p:sp>
      <p:sp>
        <p:nvSpPr>
          <p:cNvPr id="6" name="TextBox 5">
            <a:extLst>
              <a:ext uri="{FF2B5EF4-FFF2-40B4-BE49-F238E27FC236}">
                <a16:creationId xmlns:a16="http://schemas.microsoft.com/office/drawing/2014/main" id="{063C4B0B-1537-E890-A089-5AC4EFAB360D}"/>
              </a:ext>
            </a:extLst>
          </p:cNvPr>
          <p:cNvSpPr txBox="1"/>
          <p:nvPr/>
        </p:nvSpPr>
        <p:spPr>
          <a:xfrm>
            <a:off x="1512570" y="449994"/>
            <a:ext cx="6118860" cy="4324261"/>
          </a:xfrm>
          <a:prstGeom prst="rect">
            <a:avLst/>
          </a:prstGeom>
          <a:noFill/>
        </p:spPr>
        <p:txBody>
          <a:bodyPr wrap="square">
            <a:spAutoFit/>
          </a:bodyPr>
          <a:lstStyle/>
          <a:p>
            <a:r>
              <a:rPr lang="uk-UA" sz="1100" dirty="0"/>
              <a:t>/**</a:t>
            </a:r>
          </a:p>
          <a:p>
            <a:r>
              <a:rPr lang="uk-UA" sz="1100" dirty="0"/>
              <a:t> * </a:t>
            </a:r>
            <a:r>
              <a:rPr lang="uk-UA" sz="1100" dirty="0" err="1"/>
              <a:t>Redirect</a:t>
            </a:r>
            <a:r>
              <a:rPr lang="uk-UA" sz="1100" dirty="0"/>
              <a:t> URI </a:t>
            </a:r>
            <a:r>
              <a:rPr lang="uk-UA" sz="1100" dirty="0" err="1"/>
              <a:t>for</a:t>
            </a:r>
            <a:r>
              <a:rPr lang="uk-UA" sz="1100" dirty="0"/>
              <a:t> Supabase </a:t>
            </a:r>
            <a:r>
              <a:rPr lang="uk-UA" sz="1100" dirty="0" err="1"/>
              <a:t>OAuth</a:t>
            </a:r>
            <a:r>
              <a:rPr lang="uk-UA" sz="1100" dirty="0"/>
              <a:t>.</a:t>
            </a:r>
          </a:p>
          <a:p>
            <a:r>
              <a:rPr lang="uk-UA" sz="1100" dirty="0"/>
              <a:t> * Expo </a:t>
            </a:r>
            <a:r>
              <a:rPr lang="uk-UA" sz="1100" dirty="0" err="1"/>
              <a:t>Go</a:t>
            </a:r>
            <a:r>
              <a:rPr lang="uk-UA" sz="1100" dirty="0"/>
              <a:t> </a:t>
            </a:r>
            <a:r>
              <a:rPr lang="uk-UA" sz="1100" dirty="0" err="1"/>
              <a:t>cannot</a:t>
            </a:r>
            <a:r>
              <a:rPr lang="uk-UA" sz="1100" dirty="0"/>
              <a:t> </a:t>
            </a:r>
            <a:r>
              <a:rPr lang="uk-UA" sz="1100" dirty="0" err="1"/>
              <a:t>use</a:t>
            </a:r>
            <a:r>
              <a:rPr lang="uk-UA" sz="1100" dirty="0"/>
              <a:t> </a:t>
            </a:r>
            <a:r>
              <a:rPr lang="uk-UA" sz="1100" dirty="0" err="1"/>
              <a:t>the</a:t>
            </a:r>
            <a:r>
              <a:rPr lang="uk-UA" sz="1100" dirty="0"/>
              <a:t> </a:t>
            </a:r>
            <a:r>
              <a:rPr lang="uk-UA" sz="1100" dirty="0" err="1"/>
              <a:t>custom</a:t>
            </a:r>
            <a:r>
              <a:rPr lang="uk-UA" sz="1100" dirty="0"/>
              <a:t> `</a:t>
            </a:r>
            <a:r>
              <a:rPr lang="uk-UA" sz="1100" dirty="0" err="1"/>
              <a:t>cardly</a:t>
            </a:r>
            <a:r>
              <a:rPr lang="uk-UA" sz="1100" dirty="0"/>
              <a:t>://` </a:t>
            </a:r>
            <a:r>
              <a:rPr lang="uk-UA" sz="1100" dirty="0" err="1"/>
              <a:t>scheme</a:t>
            </a:r>
            <a:r>
              <a:rPr lang="uk-UA" sz="1100" dirty="0"/>
              <a:t> — </a:t>
            </a:r>
            <a:r>
              <a:rPr lang="uk-UA" sz="1100" dirty="0" err="1"/>
              <a:t>must</a:t>
            </a:r>
            <a:r>
              <a:rPr lang="uk-UA" sz="1100" dirty="0"/>
              <a:t> </a:t>
            </a:r>
            <a:r>
              <a:rPr lang="uk-UA" sz="1100" dirty="0" err="1"/>
              <a:t>use</a:t>
            </a:r>
            <a:r>
              <a:rPr lang="uk-UA" sz="1100" dirty="0"/>
              <a:t> </a:t>
            </a:r>
            <a:r>
              <a:rPr lang="uk-UA" sz="1100" dirty="0" err="1"/>
              <a:t>Metro</a:t>
            </a:r>
            <a:r>
              <a:rPr lang="uk-UA" sz="1100" dirty="0"/>
              <a:t> `</a:t>
            </a:r>
            <a:r>
              <a:rPr lang="uk-UA" sz="1100" dirty="0" err="1"/>
              <a:t>exp</a:t>
            </a:r>
            <a:r>
              <a:rPr lang="uk-UA" sz="1100" dirty="0"/>
              <a:t>://` </a:t>
            </a:r>
            <a:r>
              <a:rPr lang="uk-UA" sz="1100" dirty="0" err="1"/>
              <a:t>deep</a:t>
            </a:r>
            <a:r>
              <a:rPr lang="uk-UA" sz="1100" dirty="0"/>
              <a:t> </a:t>
            </a:r>
            <a:r>
              <a:rPr lang="uk-UA" sz="1100" dirty="0" err="1"/>
              <a:t>link</a:t>
            </a:r>
            <a:r>
              <a:rPr lang="uk-UA" sz="1100" dirty="0"/>
              <a:t>.</a:t>
            </a:r>
          </a:p>
          <a:p>
            <a:r>
              <a:rPr lang="uk-UA" sz="1100" dirty="0"/>
              <a:t> */</a:t>
            </a:r>
          </a:p>
          <a:p>
            <a:endParaRPr lang="uk-UA" sz="1100" dirty="0"/>
          </a:p>
          <a:p>
            <a:r>
              <a:rPr lang="uk-UA" sz="1100" dirty="0" err="1"/>
              <a:t>export</a:t>
            </a:r>
            <a:r>
              <a:rPr lang="uk-UA" sz="1100" dirty="0"/>
              <a:t> </a:t>
            </a:r>
            <a:r>
              <a:rPr lang="uk-UA" sz="1100" dirty="0" err="1"/>
              <a:t>function</a:t>
            </a:r>
            <a:r>
              <a:rPr lang="uk-UA" sz="1100" dirty="0"/>
              <a:t> </a:t>
            </a:r>
            <a:r>
              <a:rPr lang="uk-UA" sz="1100" dirty="0" err="1"/>
              <a:t>getGoogleOAuthRedirectUri</a:t>
            </a:r>
            <a:r>
              <a:rPr lang="uk-UA" sz="1100" dirty="0"/>
              <a:t>(): </a:t>
            </a:r>
            <a:r>
              <a:rPr lang="uk-UA" sz="1100" dirty="0" err="1"/>
              <a:t>string</a:t>
            </a:r>
            <a:r>
              <a:rPr lang="uk-UA" sz="1100" dirty="0"/>
              <a:t> {</a:t>
            </a:r>
          </a:p>
          <a:p>
            <a:r>
              <a:rPr lang="uk-UA" sz="1100" dirty="0"/>
              <a:t>  </a:t>
            </a:r>
            <a:r>
              <a:rPr lang="uk-UA" sz="1100" dirty="0" err="1"/>
              <a:t>if</a:t>
            </a:r>
            <a:r>
              <a:rPr lang="uk-UA" sz="1100" dirty="0"/>
              <a:t> (</a:t>
            </a:r>
            <a:r>
              <a:rPr lang="uk-UA" sz="1100" dirty="0" err="1"/>
              <a:t>Platform.OS</a:t>
            </a:r>
            <a:r>
              <a:rPr lang="uk-UA" sz="1100" dirty="0"/>
              <a:t> === '</a:t>
            </a:r>
            <a:r>
              <a:rPr lang="uk-UA" sz="1100" dirty="0" err="1"/>
              <a:t>web</a:t>
            </a:r>
            <a:r>
              <a:rPr lang="uk-UA" sz="1100" dirty="0"/>
              <a:t>' &amp;&amp; </a:t>
            </a:r>
            <a:r>
              <a:rPr lang="uk-UA" sz="1100" dirty="0" err="1"/>
              <a:t>typeof</a:t>
            </a:r>
            <a:r>
              <a:rPr lang="uk-UA" sz="1100" dirty="0"/>
              <a:t> </a:t>
            </a:r>
            <a:r>
              <a:rPr lang="uk-UA" sz="1100" dirty="0" err="1"/>
              <a:t>window</a:t>
            </a:r>
            <a:r>
              <a:rPr lang="uk-UA" sz="1100" dirty="0"/>
              <a:t> !== '</a:t>
            </a:r>
            <a:r>
              <a:rPr lang="uk-UA" sz="1100" dirty="0" err="1"/>
              <a:t>undefined</a:t>
            </a:r>
            <a:r>
              <a:rPr lang="uk-UA" sz="1100" dirty="0"/>
              <a:t>') {</a:t>
            </a:r>
          </a:p>
          <a:p>
            <a:r>
              <a:rPr lang="uk-UA" sz="1100" dirty="0"/>
              <a:t>    </a:t>
            </a:r>
            <a:r>
              <a:rPr lang="uk-UA" sz="1100" dirty="0" err="1"/>
              <a:t>return</a:t>
            </a:r>
            <a:r>
              <a:rPr lang="uk-UA" sz="1100" dirty="0"/>
              <a:t> `${</a:t>
            </a:r>
            <a:r>
              <a:rPr lang="uk-UA" sz="1100" dirty="0" err="1"/>
              <a:t>window.location.origin</a:t>
            </a:r>
            <a:r>
              <a:rPr lang="uk-UA" sz="1100" dirty="0"/>
              <a:t>}/`;</a:t>
            </a:r>
          </a:p>
          <a:p>
            <a:r>
              <a:rPr lang="uk-UA" sz="1100" dirty="0"/>
              <a:t>  }</a:t>
            </a:r>
          </a:p>
          <a:p>
            <a:endParaRPr lang="uk-UA" sz="1100" dirty="0"/>
          </a:p>
          <a:p>
            <a:r>
              <a:rPr lang="uk-UA" sz="1100" dirty="0"/>
              <a:t>  // Expo </a:t>
            </a:r>
            <a:r>
              <a:rPr lang="uk-UA" sz="1100" dirty="0" err="1"/>
              <a:t>Go</a:t>
            </a:r>
            <a:r>
              <a:rPr lang="uk-UA" sz="1100" dirty="0"/>
              <a:t>: </a:t>
            </a:r>
            <a:r>
              <a:rPr lang="uk-UA" sz="1100" dirty="0" err="1"/>
              <a:t>custom</a:t>
            </a:r>
            <a:r>
              <a:rPr lang="uk-UA" sz="1100" dirty="0"/>
              <a:t> </a:t>
            </a:r>
            <a:r>
              <a:rPr lang="uk-UA" sz="1100" dirty="0" err="1"/>
              <a:t>scheme</a:t>
            </a:r>
            <a:r>
              <a:rPr lang="uk-UA" sz="1100" dirty="0"/>
              <a:t> </a:t>
            </a:r>
            <a:r>
              <a:rPr lang="uk-UA" sz="1100" dirty="0" err="1"/>
              <a:t>is</a:t>
            </a:r>
            <a:r>
              <a:rPr lang="uk-UA" sz="1100" dirty="0"/>
              <a:t> </a:t>
            </a:r>
            <a:r>
              <a:rPr lang="uk-UA" sz="1100" dirty="0" err="1"/>
              <a:t>not</a:t>
            </a:r>
            <a:r>
              <a:rPr lang="uk-UA" sz="1100" dirty="0"/>
              <a:t> </a:t>
            </a:r>
            <a:r>
              <a:rPr lang="uk-UA" sz="1100" dirty="0" err="1"/>
              <a:t>registered</a:t>
            </a:r>
            <a:r>
              <a:rPr lang="uk-UA" sz="1100" dirty="0"/>
              <a:t> → </a:t>
            </a:r>
            <a:r>
              <a:rPr lang="uk-UA" sz="1100" dirty="0" err="1"/>
              <a:t>use</a:t>
            </a:r>
            <a:r>
              <a:rPr lang="uk-UA" sz="1100" dirty="0"/>
              <a:t> </a:t>
            </a:r>
            <a:r>
              <a:rPr lang="uk-UA" sz="1100" dirty="0" err="1"/>
              <a:t>Linking</a:t>
            </a:r>
            <a:r>
              <a:rPr lang="uk-UA" sz="1100" dirty="0"/>
              <a:t> / exp:// (</a:t>
            </a:r>
            <a:r>
              <a:rPr lang="uk-UA" sz="1100" dirty="0" err="1"/>
              <a:t>avoids</a:t>
            </a:r>
            <a:r>
              <a:rPr lang="uk-UA" sz="1100" dirty="0"/>
              <a:t> </a:t>
            </a:r>
            <a:r>
              <a:rPr lang="uk-UA" sz="1100" dirty="0" err="1"/>
              <a:t>redirect_to</a:t>
            </a:r>
            <a:r>
              <a:rPr lang="uk-UA" sz="1100" dirty="0"/>
              <a:t>=</a:t>
            </a:r>
            <a:r>
              <a:rPr lang="uk-UA" sz="1100" dirty="0" err="1"/>
              <a:t>null</a:t>
            </a:r>
            <a:r>
              <a:rPr lang="uk-UA" sz="1100" dirty="0"/>
              <a:t>).</a:t>
            </a:r>
          </a:p>
          <a:p>
            <a:endParaRPr lang="uk-UA" sz="1100" dirty="0"/>
          </a:p>
          <a:p>
            <a:r>
              <a:rPr lang="uk-UA" sz="1100" dirty="0"/>
              <a:t>  </a:t>
            </a:r>
            <a:r>
              <a:rPr lang="uk-UA" sz="1100" dirty="0" err="1"/>
              <a:t>if</a:t>
            </a:r>
            <a:r>
              <a:rPr lang="uk-UA" sz="1100" dirty="0"/>
              <a:t> (</a:t>
            </a:r>
            <a:r>
              <a:rPr lang="uk-UA" sz="1100" dirty="0" err="1"/>
              <a:t>Constants.appOwnership</a:t>
            </a:r>
            <a:r>
              <a:rPr lang="uk-UA" sz="1100" dirty="0"/>
              <a:t> === '</a:t>
            </a:r>
            <a:r>
              <a:rPr lang="uk-UA" sz="1100" dirty="0" err="1"/>
              <a:t>expo</a:t>
            </a:r>
            <a:r>
              <a:rPr lang="uk-UA" sz="1100" dirty="0"/>
              <a:t>') {</a:t>
            </a:r>
          </a:p>
          <a:p>
            <a:r>
              <a:rPr lang="uk-UA" sz="1100" dirty="0"/>
              <a:t>    </a:t>
            </a:r>
            <a:r>
              <a:rPr lang="uk-UA" sz="1100" dirty="0" err="1"/>
              <a:t>const</a:t>
            </a:r>
            <a:r>
              <a:rPr lang="uk-UA" sz="1100" dirty="0"/>
              <a:t> </a:t>
            </a:r>
            <a:r>
              <a:rPr lang="uk-UA" sz="1100" dirty="0" err="1"/>
              <a:t>expUri</a:t>
            </a:r>
            <a:r>
              <a:rPr lang="uk-UA" sz="1100" dirty="0"/>
              <a:t> = </a:t>
            </a:r>
            <a:r>
              <a:rPr lang="uk-UA" sz="1100" dirty="0" err="1"/>
              <a:t>Linking.createURL</a:t>
            </a:r>
            <a:r>
              <a:rPr lang="uk-UA" sz="1100" dirty="0"/>
              <a:t>('/');</a:t>
            </a:r>
          </a:p>
          <a:p>
            <a:r>
              <a:rPr lang="uk-UA" sz="1100" dirty="0"/>
              <a:t>    </a:t>
            </a:r>
            <a:r>
              <a:rPr lang="uk-UA" sz="1100" dirty="0" err="1"/>
              <a:t>if</a:t>
            </a:r>
            <a:r>
              <a:rPr lang="uk-UA" sz="1100" dirty="0"/>
              <a:t> (!</a:t>
            </a:r>
            <a:r>
              <a:rPr lang="uk-UA" sz="1100" dirty="0" err="1"/>
              <a:t>isInvalidRedirectUri</a:t>
            </a:r>
            <a:r>
              <a:rPr lang="uk-UA" sz="1100" dirty="0"/>
              <a:t>(</a:t>
            </a:r>
            <a:r>
              <a:rPr lang="uk-UA" sz="1100" dirty="0" err="1"/>
              <a:t>expUri</a:t>
            </a:r>
            <a:r>
              <a:rPr lang="uk-UA" sz="1100" dirty="0"/>
              <a:t>)) </a:t>
            </a:r>
            <a:r>
              <a:rPr lang="uk-UA" sz="1100" dirty="0" err="1"/>
              <a:t>return</a:t>
            </a:r>
            <a:r>
              <a:rPr lang="uk-UA" sz="1100" dirty="0"/>
              <a:t> </a:t>
            </a:r>
            <a:r>
              <a:rPr lang="uk-UA" sz="1100" dirty="0" err="1"/>
              <a:t>expUri</a:t>
            </a:r>
            <a:r>
              <a:rPr lang="uk-UA" sz="1100" dirty="0"/>
              <a:t>;</a:t>
            </a:r>
          </a:p>
          <a:p>
            <a:r>
              <a:rPr lang="uk-UA" sz="1100" dirty="0"/>
              <a:t>  }</a:t>
            </a:r>
          </a:p>
          <a:p>
            <a:endParaRPr lang="uk-UA" sz="1100" dirty="0"/>
          </a:p>
          <a:p>
            <a:r>
              <a:rPr lang="uk-UA" sz="1100" dirty="0"/>
              <a:t>  </a:t>
            </a:r>
            <a:r>
              <a:rPr lang="uk-UA" sz="1100" dirty="0" err="1"/>
              <a:t>const</a:t>
            </a:r>
            <a:r>
              <a:rPr lang="uk-UA" sz="1100" dirty="0"/>
              <a:t> </a:t>
            </a:r>
            <a:r>
              <a:rPr lang="uk-UA" sz="1100" dirty="0" err="1"/>
              <a:t>nativeUri</a:t>
            </a:r>
            <a:r>
              <a:rPr lang="uk-UA" sz="1100" dirty="0"/>
              <a:t> = </a:t>
            </a:r>
            <a:r>
              <a:rPr lang="uk-UA" sz="1100" dirty="0" err="1"/>
              <a:t>makeRedirectUri</a:t>
            </a:r>
            <a:r>
              <a:rPr lang="uk-UA" sz="1100" dirty="0"/>
              <a:t>({ </a:t>
            </a:r>
            <a:r>
              <a:rPr lang="uk-UA" sz="1100" dirty="0" err="1"/>
              <a:t>scheme</a:t>
            </a:r>
            <a:r>
              <a:rPr lang="uk-UA" sz="1100" dirty="0"/>
              <a:t>: '</a:t>
            </a:r>
            <a:r>
              <a:rPr lang="uk-UA" sz="1100" dirty="0" err="1"/>
              <a:t>cardly</a:t>
            </a:r>
            <a:r>
              <a:rPr lang="uk-UA" sz="1100" dirty="0"/>
              <a:t>', </a:t>
            </a:r>
            <a:r>
              <a:rPr lang="uk-UA" sz="1100" dirty="0" err="1"/>
              <a:t>path</a:t>
            </a:r>
            <a:r>
              <a:rPr lang="uk-UA" sz="1100" dirty="0"/>
              <a:t>: '' });</a:t>
            </a:r>
          </a:p>
          <a:p>
            <a:r>
              <a:rPr lang="uk-UA" sz="1100" dirty="0"/>
              <a:t>  </a:t>
            </a:r>
            <a:r>
              <a:rPr lang="uk-UA" sz="1100" dirty="0" err="1"/>
              <a:t>if</a:t>
            </a:r>
            <a:r>
              <a:rPr lang="uk-UA" sz="1100" dirty="0"/>
              <a:t> (!</a:t>
            </a:r>
            <a:r>
              <a:rPr lang="uk-UA" sz="1100" dirty="0" err="1"/>
              <a:t>isInvalidRedirectUri</a:t>
            </a:r>
            <a:r>
              <a:rPr lang="uk-UA" sz="1100" dirty="0"/>
              <a:t>(</a:t>
            </a:r>
            <a:r>
              <a:rPr lang="uk-UA" sz="1100" dirty="0" err="1"/>
              <a:t>nativeUri</a:t>
            </a:r>
            <a:r>
              <a:rPr lang="uk-UA" sz="1100" dirty="0"/>
              <a:t>)) </a:t>
            </a:r>
            <a:r>
              <a:rPr lang="uk-UA" sz="1100" dirty="0" err="1"/>
              <a:t>return</a:t>
            </a:r>
            <a:r>
              <a:rPr lang="uk-UA" sz="1100" dirty="0"/>
              <a:t> </a:t>
            </a:r>
            <a:r>
              <a:rPr lang="uk-UA" sz="1100" dirty="0" err="1"/>
              <a:t>nativeUri</a:t>
            </a:r>
            <a:r>
              <a:rPr lang="uk-UA" sz="1100" dirty="0"/>
              <a:t>;</a:t>
            </a:r>
          </a:p>
          <a:p>
            <a:endParaRPr lang="uk-UA" sz="1100" dirty="0"/>
          </a:p>
          <a:p>
            <a:r>
              <a:rPr lang="uk-UA" sz="1100" dirty="0"/>
              <a:t>  </a:t>
            </a:r>
            <a:r>
              <a:rPr lang="uk-UA" sz="1100" dirty="0" err="1"/>
              <a:t>const</a:t>
            </a:r>
            <a:r>
              <a:rPr lang="uk-UA" sz="1100" dirty="0"/>
              <a:t> </a:t>
            </a:r>
            <a:r>
              <a:rPr lang="uk-UA" sz="1100" dirty="0" err="1"/>
              <a:t>fallback</a:t>
            </a:r>
            <a:r>
              <a:rPr lang="uk-UA" sz="1100" dirty="0"/>
              <a:t> = </a:t>
            </a:r>
            <a:r>
              <a:rPr lang="uk-UA" sz="1100" dirty="0" err="1"/>
              <a:t>Linking.createURL</a:t>
            </a:r>
            <a:r>
              <a:rPr lang="uk-UA" sz="1100" dirty="0"/>
              <a:t>('/');</a:t>
            </a:r>
          </a:p>
          <a:p>
            <a:r>
              <a:rPr lang="uk-UA" sz="1100" dirty="0"/>
              <a:t>  </a:t>
            </a:r>
            <a:r>
              <a:rPr lang="uk-UA" sz="1100" dirty="0" err="1"/>
              <a:t>if</a:t>
            </a:r>
            <a:r>
              <a:rPr lang="uk-UA" sz="1100" dirty="0"/>
              <a:t> (!</a:t>
            </a:r>
            <a:r>
              <a:rPr lang="uk-UA" sz="1100" dirty="0" err="1"/>
              <a:t>isInvalidRedirectUri</a:t>
            </a:r>
            <a:r>
              <a:rPr lang="uk-UA" sz="1100" dirty="0"/>
              <a:t>(</a:t>
            </a:r>
            <a:r>
              <a:rPr lang="uk-UA" sz="1100" dirty="0" err="1"/>
              <a:t>fallback</a:t>
            </a:r>
            <a:r>
              <a:rPr lang="uk-UA" sz="1100" dirty="0"/>
              <a:t>)) </a:t>
            </a:r>
            <a:r>
              <a:rPr lang="uk-UA" sz="1100" dirty="0" err="1"/>
              <a:t>return</a:t>
            </a:r>
            <a:r>
              <a:rPr lang="uk-UA" sz="1100" dirty="0"/>
              <a:t> </a:t>
            </a:r>
            <a:r>
              <a:rPr lang="uk-UA" sz="1100" dirty="0" err="1"/>
              <a:t>fallback</a:t>
            </a:r>
            <a:r>
              <a:rPr lang="uk-UA" sz="1100" dirty="0"/>
              <a:t>;</a:t>
            </a:r>
          </a:p>
          <a:p>
            <a:endParaRPr lang="uk-UA" sz="1100" dirty="0"/>
          </a:p>
          <a:p>
            <a:r>
              <a:rPr lang="uk-UA" sz="1100" dirty="0"/>
              <a:t>  </a:t>
            </a:r>
            <a:r>
              <a:rPr lang="uk-UA" sz="1100" dirty="0" err="1"/>
              <a:t>throw</a:t>
            </a:r>
            <a:r>
              <a:rPr lang="uk-UA" sz="1100" dirty="0"/>
              <a:t> </a:t>
            </a:r>
            <a:r>
              <a:rPr lang="uk-UA" sz="1100" dirty="0" err="1"/>
              <a:t>new</a:t>
            </a:r>
            <a:r>
              <a:rPr lang="uk-UA" sz="1100" dirty="0"/>
              <a:t> </a:t>
            </a:r>
            <a:r>
              <a:rPr lang="uk-UA" sz="1100" dirty="0" err="1"/>
              <a:t>Error</a:t>
            </a:r>
            <a:r>
              <a:rPr lang="uk-UA" sz="1100" dirty="0"/>
              <a:t>('</a:t>
            </a:r>
            <a:r>
              <a:rPr lang="uk-UA" sz="1100" dirty="0" err="1"/>
              <a:t>OAuth</a:t>
            </a:r>
            <a:r>
              <a:rPr lang="uk-UA" sz="1100" dirty="0"/>
              <a:t> </a:t>
            </a:r>
            <a:r>
              <a:rPr lang="uk-UA" sz="1100" dirty="0" err="1"/>
              <a:t>redirect</a:t>
            </a:r>
            <a:r>
              <a:rPr lang="uk-UA" sz="1100" dirty="0"/>
              <a:t> URI </a:t>
            </a:r>
            <a:r>
              <a:rPr lang="uk-UA" sz="1100" dirty="0" err="1"/>
              <a:t>could</a:t>
            </a:r>
            <a:r>
              <a:rPr lang="uk-UA" sz="1100" dirty="0"/>
              <a:t> </a:t>
            </a:r>
            <a:r>
              <a:rPr lang="uk-UA" sz="1100" dirty="0" err="1"/>
              <a:t>not</a:t>
            </a:r>
            <a:r>
              <a:rPr lang="uk-UA" sz="1100" dirty="0"/>
              <a:t> </a:t>
            </a:r>
            <a:r>
              <a:rPr lang="uk-UA" sz="1100" dirty="0" err="1"/>
              <a:t>be</a:t>
            </a:r>
            <a:r>
              <a:rPr lang="uk-UA" sz="1100" dirty="0"/>
              <a:t> </a:t>
            </a:r>
            <a:r>
              <a:rPr lang="uk-UA" sz="1100" dirty="0" err="1"/>
              <a:t>determined</a:t>
            </a:r>
            <a:r>
              <a:rPr lang="uk-UA" sz="1100" dirty="0"/>
              <a:t>');</a:t>
            </a:r>
          </a:p>
          <a:p>
            <a:r>
              <a:rPr lang="uk-UA" sz="1100"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BD14AB3B-79DD-E5AB-9818-C18395C3A4A2}"/>
            </a:ext>
          </a:extLst>
        </p:cNvPr>
        <p:cNvGrpSpPr/>
        <p:nvPr/>
      </p:nvGrpSpPr>
      <p:grpSpPr>
        <a:xfrm>
          <a:off x="0" y="0"/>
          <a:ext cx="0" cy="0"/>
          <a:chOff x="0" y="0"/>
          <a:chExt cx="0" cy="0"/>
        </a:xfrm>
      </p:grpSpPr>
      <p:sp>
        <p:nvSpPr>
          <p:cNvPr id="120" name="Google Shape;120;p21">
            <a:extLst>
              <a:ext uri="{FF2B5EF4-FFF2-40B4-BE49-F238E27FC236}">
                <a16:creationId xmlns:a16="http://schemas.microsoft.com/office/drawing/2014/main" id="{2D13FECF-127A-10F2-51BE-91CD3914AAF7}"/>
              </a:ext>
            </a:extLst>
          </p:cNvPr>
          <p:cNvSpPr txBox="1">
            <a:spLocks noGrp="1"/>
          </p:cNvSpPr>
          <p:nvPr>
            <p:ph type="title"/>
          </p:nvPr>
        </p:nvSpPr>
        <p:spPr>
          <a:xfrm>
            <a:off x="257640" y="-213400"/>
            <a:ext cx="8520600" cy="831300"/>
          </a:xfrm>
          <a:prstGeom prst="rect">
            <a:avLst/>
          </a:prstGeom>
        </p:spPr>
        <p:txBody>
          <a:bodyPr spcFirstLastPara="1" wrap="square" lIns="91425" tIns="91425" rIns="91425" bIns="91425" anchor="ctr" anchorCtr="0">
            <a:normAutofit/>
          </a:bodyPr>
          <a:lstStyle/>
          <a:p>
            <a:pPr lvl="0" algn="ctr"/>
            <a:r>
              <a:rPr lang="uk-UA" sz="1600" dirty="0"/>
              <a:t>Захист адміністратора від самоблокування</a:t>
            </a:r>
            <a:endParaRPr sz="1600" dirty="0"/>
          </a:p>
        </p:txBody>
      </p:sp>
      <p:pic>
        <p:nvPicPr>
          <p:cNvPr id="122" name="Google Shape;122;p21">
            <a:extLst>
              <a:ext uri="{FF2B5EF4-FFF2-40B4-BE49-F238E27FC236}">
                <a16:creationId xmlns:a16="http://schemas.microsoft.com/office/drawing/2014/main" id="{40531317-93EF-0CBB-3250-346B5135555E}"/>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91F89986-93BE-3D57-0E4D-799CCBE9C51C}"/>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9</a:t>
            </a:fld>
            <a:endParaRPr lang="uk-UA" dirty="0"/>
          </a:p>
        </p:txBody>
      </p:sp>
      <p:sp>
        <p:nvSpPr>
          <p:cNvPr id="6" name="TextBox 5">
            <a:extLst>
              <a:ext uri="{FF2B5EF4-FFF2-40B4-BE49-F238E27FC236}">
                <a16:creationId xmlns:a16="http://schemas.microsoft.com/office/drawing/2014/main" id="{05DE19E3-47BC-CCA4-BE96-26B42F6F842B}"/>
              </a:ext>
            </a:extLst>
          </p:cNvPr>
          <p:cNvSpPr txBox="1"/>
          <p:nvPr/>
        </p:nvSpPr>
        <p:spPr>
          <a:xfrm>
            <a:off x="1432560" y="483037"/>
            <a:ext cx="6553200" cy="4667161"/>
          </a:xfrm>
          <a:prstGeom prst="rect">
            <a:avLst/>
          </a:prstGeom>
          <a:noFill/>
        </p:spPr>
        <p:txBody>
          <a:bodyPr wrap="square" numCol="2">
            <a:spAutoFit/>
          </a:bodyPr>
          <a:lstStyle/>
          <a:p>
            <a:r>
              <a:rPr lang="en-US" sz="1100" dirty="0"/>
              <a:t>-- RPC: toggle admin status for a user</a:t>
            </a:r>
          </a:p>
          <a:p>
            <a:r>
              <a:rPr lang="en-US" sz="1100" dirty="0"/>
              <a:t>CREATE OR REPLACE FUNCTION </a:t>
            </a:r>
            <a:r>
              <a:rPr lang="en-US" sz="1100" dirty="0" err="1"/>
              <a:t>public.admin_set_admin</a:t>
            </a:r>
            <a:r>
              <a:rPr lang="en-US" sz="1100" dirty="0"/>
              <a:t>(</a:t>
            </a:r>
            <a:r>
              <a:rPr lang="en-US" sz="1100" dirty="0" err="1"/>
              <a:t>p_user_id</a:t>
            </a:r>
            <a:r>
              <a:rPr lang="en-US" sz="1100" dirty="0"/>
              <a:t> UUID, </a:t>
            </a:r>
            <a:r>
              <a:rPr lang="en-US" sz="1100" dirty="0" err="1"/>
              <a:t>p_is_admin</a:t>
            </a:r>
            <a:r>
              <a:rPr lang="en-US" sz="1100" dirty="0"/>
              <a:t> BOOLEAN)</a:t>
            </a:r>
          </a:p>
          <a:p>
            <a:r>
              <a:rPr lang="en-US" sz="1100" dirty="0"/>
              <a:t>RETURNS void</a:t>
            </a:r>
          </a:p>
          <a:p>
            <a:r>
              <a:rPr lang="en-US" sz="1100" dirty="0"/>
              <a:t>LANGUAGE </a:t>
            </a:r>
            <a:r>
              <a:rPr lang="en-US" sz="1100" dirty="0" err="1"/>
              <a:t>plpgsql</a:t>
            </a:r>
            <a:endParaRPr lang="en-US" sz="1100" dirty="0"/>
          </a:p>
          <a:p>
            <a:r>
              <a:rPr lang="en-US" sz="1100" dirty="0"/>
              <a:t>SECURITY DEFINER</a:t>
            </a:r>
          </a:p>
          <a:p>
            <a:r>
              <a:rPr lang="en-US" sz="1100" dirty="0"/>
              <a:t>SET </a:t>
            </a:r>
            <a:r>
              <a:rPr lang="en-US" sz="1100" dirty="0" err="1"/>
              <a:t>search_path</a:t>
            </a:r>
            <a:r>
              <a:rPr lang="en-US" sz="1100" dirty="0"/>
              <a:t> = public</a:t>
            </a:r>
          </a:p>
          <a:p>
            <a:r>
              <a:rPr lang="en-US" sz="1100" dirty="0"/>
              <a:t>AS $$</a:t>
            </a:r>
          </a:p>
          <a:p>
            <a:r>
              <a:rPr lang="en-US" sz="1100" dirty="0"/>
              <a:t>BEGIN</a:t>
            </a:r>
          </a:p>
          <a:p>
            <a:r>
              <a:rPr lang="en-US" sz="1100" dirty="0"/>
              <a:t>  IF NOT </a:t>
            </a:r>
            <a:r>
              <a:rPr lang="en-US" sz="1100" dirty="0" err="1"/>
              <a:t>public.is_admin</a:t>
            </a:r>
            <a:r>
              <a:rPr lang="en-US" sz="1100" dirty="0"/>
              <a:t>() THEN</a:t>
            </a:r>
          </a:p>
          <a:p>
            <a:r>
              <a:rPr lang="en-US" sz="1100" dirty="0"/>
              <a:t>    RAISE EXCEPTION 'Not authorized';</a:t>
            </a:r>
          </a:p>
          <a:p>
            <a:r>
              <a:rPr lang="en-US" sz="1100" dirty="0"/>
              <a:t>  END IF;</a:t>
            </a:r>
          </a:p>
          <a:p>
            <a:endParaRPr lang="en-US" sz="1100" dirty="0"/>
          </a:p>
          <a:p>
            <a:r>
              <a:rPr lang="en-US" sz="1100" dirty="0"/>
              <a:t>  -- Prevent removing own admin status</a:t>
            </a:r>
          </a:p>
          <a:p>
            <a:r>
              <a:rPr lang="en-US" sz="1100" dirty="0"/>
              <a:t>  IF </a:t>
            </a:r>
            <a:r>
              <a:rPr lang="en-US" sz="1100" dirty="0" err="1"/>
              <a:t>p_user_id</a:t>
            </a:r>
            <a:r>
              <a:rPr lang="en-US" sz="1100" dirty="0"/>
              <a:t> = </a:t>
            </a:r>
            <a:r>
              <a:rPr lang="en-US" sz="1100" dirty="0" err="1"/>
              <a:t>auth.uid</a:t>
            </a:r>
            <a:r>
              <a:rPr lang="en-US" sz="1100" dirty="0"/>
              <a:t>() AND NOT </a:t>
            </a:r>
            <a:r>
              <a:rPr lang="en-US" sz="1100" dirty="0" err="1"/>
              <a:t>p_is_admin</a:t>
            </a:r>
            <a:r>
              <a:rPr lang="en-US" sz="1100" dirty="0"/>
              <a:t> THEN</a:t>
            </a:r>
          </a:p>
          <a:p>
            <a:r>
              <a:rPr lang="en-US" sz="1100" dirty="0"/>
              <a:t>    RAISE EXCEPTION 'Cannot remove your own admin status';</a:t>
            </a:r>
          </a:p>
          <a:p>
            <a:r>
              <a:rPr lang="en-US" sz="1100" dirty="0"/>
              <a:t>  END IF;</a:t>
            </a:r>
          </a:p>
          <a:p>
            <a:endParaRPr lang="en-US" sz="1100" dirty="0"/>
          </a:p>
          <a:p>
            <a:r>
              <a:rPr lang="en-US" sz="1100" dirty="0"/>
              <a:t>  SET LOCAL </a:t>
            </a:r>
            <a:r>
              <a:rPr lang="en-US" sz="1100" dirty="0" err="1"/>
              <a:t>row_security</a:t>
            </a:r>
            <a:r>
              <a:rPr lang="en-US" sz="1100" dirty="0"/>
              <a:t> = off;</a:t>
            </a:r>
          </a:p>
          <a:p>
            <a:r>
              <a:rPr lang="en-US" sz="1100" dirty="0"/>
              <a:t>  UPDATE </a:t>
            </a:r>
            <a:r>
              <a:rPr lang="en-US" sz="1100" dirty="0" err="1"/>
              <a:t>public.users</a:t>
            </a:r>
            <a:r>
              <a:rPr lang="en-US" sz="1100" dirty="0"/>
              <a:t> SET "</a:t>
            </a:r>
            <a:r>
              <a:rPr lang="en-US" sz="1100" dirty="0" err="1"/>
              <a:t>isAdmin</a:t>
            </a:r>
            <a:r>
              <a:rPr lang="en-US" sz="1100" dirty="0"/>
              <a:t>" = </a:t>
            </a:r>
            <a:r>
              <a:rPr lang="en-US" sz="1100" dirty="0" err="1"/>
              <a:t>p_is_admin</a:t>
            </a:r>
            <a:r>
              <a:rPr lang="en-US" sz="1100" dirty="0"/>
              <a:t> WHERE </a:t>
            </a:r>
            <a:r>
              <a:rPr lang="en-US" sz="1100" dirty="0" err="1"/>
              <a:t>user_id</a:t>
            </a:r>
            <a:r>
              <a:rPr lang="en-US" sz="1100" dirty="0"/>
              <a:t> = </a:t>
            </a:r>
            <a:r>
              <a:rPr lang="en-US" sz="1100" dirty="0" err="1"/>
              <a:t>p_user_id</a:t>
            </a:r>
            <a:r>
              <a:rPr lang="en-US" sz="1100" dirty="0"/>
              <a:t>;</a:t>
            </a:r>
          </a:p>
          <a:p>
            <a:r>
              <a:rPr lang="en-US" sz="1100" dirty="0"/>
              <a:t>END;</a:t>
            </a:r>
          </a:p>
          <a:p>
            <a:r>
              <a:rPr lang="en-US" sz="1100" dirty="0"/>
              <a:t>$$;</a:t>
            </a:r>
          </a:p>
          <a:p>
            <a:endParaRPr lang="en-US" sz="1100" dirty="0"/>
          </a:p>
          <a:p>
            <a:r>
              <a:rPr lang="en-US" sz="1100" dirty="0"/>
              <a:t>-- RPC: delete a user</a:t>
            </a:r>
          </a:p>
          <a:p>
            <a:r>
              <a:rPr lang="en-US" sz="1100" dirty="0"/>
              <a:t>CREATE OR REPLACE FUNCTION </a:t>
            </a:r>
            <a:r>
              <a:rPr lang="en-US" sz="1100" dirty="0" err="1"/>
              <a:t>public.admin_delete_user</a:t>
            </a:r>
            <a:r>
              <a:rPr lang="en-US" sz="1100" dirty="0"/>
              <a:t>(</a:t>
            </a:r>
            <a:r>
              <a:rPr lang="en-US" sz="1100" dirty="0" err="1"/>
              <a:t>p_user_id</a:t>
            </a:r>
            <a:r>
              <a:rPr lang="en-US" sz="1100" dirty="0"/>
              <a:t> UUID)</a:t>
            </a:r>
          </a:p>
          <a:p>
            <a:r>
              <a:rPr lang="en-US" sz="1100" dirty="0"/>
              <a:t>RETURNS void</a:t>
            </a:r>
          </a:p>
          <a:p>
            <a:r>
              <a:rPr lang="en-US" sz="1100" dirty="0"/>
              <a:t>LANGUAGE </a:t>
            </a:r>
            <a:r>
              <a:rPr lang="en-US" sz="1100" dirty="0" err="1"/>
              <a:t>plpgsql</a:t>
            </a:r>
            <a:endParaRPr lang="en-US" sz="1100" dirty="0"/>
          </a:p>
          <a:p>
            <a:r>
              <a:rPr lang="en-US" sz="1100" dirty="0"/>
              <a:t>SECURITY DEFINER</a:t>
            </a:r>
          </a:p>
          <a:p>
            <a:r>
              <a:rPr lang="en-US" sz="1100" dirty="0"/>
              <a:t>AS $$</a:t>
            </a:r>
          </a:p>
          <a:p>
            <a:r>
              <a:rPr lang="en-US" sz="1100" dirty="0"/>
              <a:t>BEGIN</a:t>
            </a:r>
          </a:p>
          <a:p>
            <a:r>
              <a:rPr lang="en-US" sz="1100" dirty="0"/>
              <a:t>  IF NOT </a:t>
            </a:r>
            <a:r>
              <a:rPr lang="en-US" sz="1100" dirty="0" err="1"/>
              <a:t>public.is_admin</a:t>
            </a:r>
            <a:r>
              <a:rPr lang="en-US" sz="1100" dirty="0"/>
              <a:t>() THEN</a:t>
            </a:r>
          </a:p>
          <a:p>
            <a:r>
              <a:rPr lang="en-US" sz="1100" dirty="0"/>
              <a:t>    RAISE EXCEPTION 'Not authorized';</a:t>
            </a:r>
          </a:p>
          <a:p>
            <a:r>
              <a:rPr lang="en-US" sz="1100" dirty="0"/>
              <a:t>  END IF;</a:t>
            </a:r>
          </a:p>
          <a:p>
            <a:r>
              <a:rPr lang="en-US" sz="1100" dirty="0"/>
              <a:t>  IF </a:t>
            </a:r>
            <a:r>
              <a:rPr lang="en-US" sz="1100" dirty="0" err="1"/>
              <a:t>p_user_id</a:t>
            </a:r>
            <a:r>
              <a:rPr lang="en-US" sz="1100" dirty="0"/>
              <a:t> = </a:t>
            </a:r>
            <a:r>
              <a:rPr lang="en-US" sz="1100" dirty="0" err="1"/>
              <a:t>auth.uid</a:t>
            </a:r>
            <a:r>
              <a:rPr lang="en-US" sz="1100" dirty="0"/>
              <a:t>() THEN</a:t>
            </a:r>
          </a:p>
          <a:p>
            <a:r>
              <a:rPr lang="en-US" sz="1100" dirty="0"/>
              <a:t>    RAISE EXCEPTION 'Cannot delete yourself';</a:t>
            </a:r>
          </a:p>
          <a:p>
            <a:r>
              <a:rPr lang="en-US" sz="1100" dirty="0"/>
              <a:t>  END IF;</a:t>
            </a:r>
          </a:p>
          <a:p>
            <a:endParaRPr lang="en-US" sz="1100" dirty="0"/>
          </a:p>
          <a:p>
            <a:r>
              <a:rPr lang="en-US" sz="1100" dirty="0"/>
              <a:t>  SET LOCAL </a:t>
            </a:r>
            <a:r>
              <a:rPr lang="en-US" sz="1100" dirty="0" err="1"/>
              <a:t>row_security</a:t>
            </a:r>
            <a:r>
              <a:rPr lang="en-US" sz="1100" dirty="0"/>
              <a:t> = off;</a:t>
            </a:r>
          </a:p>
          <a:p>
            <a:r>
              <a:rPr lang="en-US" sz="1100" dirty="0"/>
              <a:t>  DELETE FROM </a:t>
            </a:r>
            <a:r>
              <a:rPr lang="en-US" sz="1100" dirty="0" err="1"/>
              <a:t>public.users</a:t>
            </a:r>
            <a:r>
              <a:rPr lang="en-US" sz="1100" dirty="0"/>
              <a:t> WHERE </a:t>
            </a:r>
            <a:r>
              <a:rPr lang="en-US" sz="1100" dirty="0" err="1"/>
              <a:t>user_id</a:t>
            </a:r>
            <a:r>
              <a:rPr lang="en-US" sz="1100" dirty="0"/>
              <a:t> = </a:t>
            </a:r>
            <a:r>
              <a:rPr lang="en-US" sz="1100" dirty="0" err="1"/>
              <a:t>p_user_id</a:t>
            </a:r>
            <a:r>
              <a:rPr lang="en-US" sz="1100" dirty="0"/>
              <a:t>; -- cascades to decks, cards, comments</a:t>
            </a:r>
          </a:p>
          <a:p>
            <a:r>
              <a:rPr lang="en-US" sz="1100" dirty="0"/>
              <a:t>  DELETE FROM </a:t>
            </a:r>
            <a:r>
              <a:rPr lang="en-US" sz="1100" dirty="0" err="1"/>
              <a:t>auth.users</a:t>
            </a:r>
            <a:r>
              <a:rPr lang="en-US" sz="1100" dirty="0"/>
              <a:t> WHERE id = </a:t>
            </a:r>
            <a:r>
              <a:rPr lang="en-US" sz="1100" dirty="0" err="1"/>
              <a:t>p_user_id</a:t>
            </a:r>
            <a:r>
              <a:rPr lang="en-US" sz="1100" dirty="0"/>
              <a:t>;</a:t>
            </a:r>
          </a:p>
          <a:p>
            <a:r>
              <a:rPr lang="en-US" sz="1100" dirty="0"/>
              <a:t>END;</a:t>
            </a:r>
          </a:p>
          <a:p>
            <a:r>
              <a:rPr lang="en-US" sz="1100" dirty="0"/>
              <a:t>$$;</a:t>
            </a:r>
            <a:endParaRPr lang="uk-UA" sz="1100" dirty="0"/>
          </a:p>
        </p:txBody>
      </p:sp>
    </p:spTree>
    <p:extLst>
      <p:ext uri="{BB962C8B-B14F-4D97-AF65-F5344CB8AC3E}">
        <p14:creationId xmlns:p14="http://schemas.microsoft.com/office/powerpoint/2010/main" val="4188682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6E78B823-FE17-8BEC-80C8-41D864CD2322}"/>
            </a:ext>
          </a:extLst>
        </p:cNvPr>
        <p:cNvGrpSpPr/>
        <p:nvPr/>
      </p:nvGrpSpPr>
      <p:grpSpPr>
        <a:xfrm>
          <a:off x="0" y="0"/>
          <a:ext cx="0" cy="0"/>
          <a:chOff x="0" y="0"/>
          <a:chExt cx="0" cy="0"/>
        </a:xfrm>
      </p:grpSpPr>
      <p:sp>
        <p:nvSpPr>
          <p:cNvPr id="120" name="Google Shape;120;p21">
            <a:extLst>
              <a:ext uri="{FF2B5EF4-FFF2-40B4-BE49-F238E27FC236}">
                <a16:creationId xmlns:a16="http://schemas.microsoft.com/office/drawing/2014/main" id="{5F2C955B-C35C-3B9B-F901-C4EEAA435650}"/>
              </a:ext>
            </a:extLst>
          </p:cNvPr>
          <p:cNvSpPr txBox="1">
            <a:spLocks noGrp="1"/>
          </p:cNvSpPr>
          <p:nvPr>
            <p:ph type="title"/>
          </p:nvPr>
        </p:nvSpPr>
        <p:spPr>
          <a:xfrm>
            <a:off x="257640" y="-213400"/>
            <a:ext cx="8520600" cy="831300"/>
          </a:xfrm>
          <a:prstGeom prst="rect">
            <a:avLst/>
          </a:prstGeom>
        </p:spPr>
        <p:txBody>
          <a:bodyPr spcFirstLastPara="1" wrap="square" lIns="91425" tIns="91425" rIns="91425" bIns="91425" anchor="ctr" anchorCtr="0">
            <a:normAutofit/>
          </a:bodyPr>
          <a:lstStyle/>
          <a:p>
            <a:pPr lvl="0" algn="ctr"/>
            <a:r>
              <a:rPr lang="uk-UA" sz="1600" dirty="0"/>
              <a:t>AI-</a:t>
            </a:r>
            <a:r>
              <a:rPr lang="uk-UA" sz="1600" dirty="0" err="1"/>
              <a:t>пайплайн</a:t>
            </a:r>
            <a:r>
              <a:rPr lang="uk-UA" sz="1600" dirty="0"/>
              <a:t>: </a:t>
            </a:r>
            <a:r>
              <a:rPr lang="uk-UA" sz="1600" dirty="0" err="1"/>
              <a:t>Gemini</a:t>
            </a:r>
            <a:r>
              <a:rPr lang="uk-UA" sz="1600" dirty="0"/>
              <a:t> підбирає ключові слова</a:t>
            </a:r>
            <a:endParaRPr sz="1600" dirty="0"/>
          </a:p>
        </p:txBody>
      </p:sp>
      <p:pic>
        <p:nvPicPr>
          <p:cNvPr id="122" name="Google Shape;122;p21">
            <a:extLst>
              <a:ext uri="{FF2B5EF4-FFF2-40B4-BE49-F238E27FC236}">
                <a16:creationId xmlns:a16="http://schemas.microsoft.com/office/drawing/2014/main" id="{184F63B4-8B61-1462-7DE3-43B0C3C61DA8}"/>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13684966-92CD-BA00-3D2A-7043FD82FE34}"/>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10</a:t>
            </a:fld>
            <a:endParaRPr lang="uk-UA" dirty="0"/>
          </a:p>
        </p:txBody>
      </p:sp>
      <p:sp>
        <p:nvSpPr>
          <p:cNvPr id="9" name="TextBox 8">
            <a:extLst>
              <a:ext uri="{FF2B5EF4-FFF2-40B4-BE49-F238E27FC236}">
                <a16:creationId xmlns:a16="http://schemas.microsoft.com/office/drawing/2014/main" id="{987EF5DB-8814-2E10-89D8-53F697F7B02A}"/>
              </a:ext>
            </a:extLst>
          </p:cNvPr>
          <p:cNvSpPr txBox="1"/>
          <p:nvPr/>
        </p:nvSpPr>
        <p:spPr>
          <a:xfrm>
            <a:off x="1131175" y="495847"/>
            <a:ext cx="7551420" cy="3985706"/>
          </a:xfrm>
          <a:prstGeom prst="rect">
            <a:avLst/>
          </a:prstGeom>
          <a:noFill/>
        </p:spPr>
        <p:txBody>
          <a:bodyPr wrap="square" numCol="2">
            <a:spAutoFit/>
          </a:bodyPr>
          <a:lstStyle/>
          <a:p>
            <a:r>
              <a:rPr lang="uk-UA" sz="1100" dirty="0"/>
              <a:t>/**</a:t>
            </a:r>
          </a:p>
          <a:p>
            <a:r>
              <a:rPr lang="uk-UA" sz="1100" dirty="0"/>
              <a:t> * </a:t>
            </a:r>
            <a:r>
              <a:rPr lang="uk-UA" sz="1100" dirty="0" err="1"/>
              <a:t>Find</a:t>
            </a:r>
            <a:r>
              <a:rPr lang="uk-UA" sz="1100" dirty="0"/>
              <a:t> a </a:t>
            </a:r>
            <a:r>
              <a:rPr lang="uk-UA" sz="1100" dirty="0" err="1"/>
              <a:t>relevant</a:t>
            </a:r>
            <a:r>
              <a:rPr lang="uk-UA" sz="1100" dirty="0"/>
              <a:t> </a:t>
            </a:r>
            <a:r>
              <a:rPr lang="uk-UA" sz="1100" dirty="0" err="1"/>
              <a:t>stock</a:t>
            </a:r>
            <a:r>
              <a:rPr lang="uk-UA" sz="1100" dirty="0"/>
              <a:t> </a:t>
            </a:r>
            <a:r>
              <a:rPr lang="uk-UA" sz="1100" dirty="0" err="1"/>
              <a:t>photo</a:t>
            </a:r>
            <a:r>
              <a:rPr lang="uk-UA" sz="1100" dirty="0"/>
              <a:t> URL </a:t>
            </a:r>
            <a:r>
              <a:rPr lang="uk-UA" sz="1100" dirty="0" err="1"/>
              <a:t>for</a:t>
            </a:r>
            <a:r>
              <a:rPr lang="uk-UA" sz="1100" dirty="0"/>
              <a:t> a </a:t>
            </a:r>
            <a:r>
              <a:rPr lang="uk-UA" sz="1100" dirty="0" err="1"/>
              <a:t>flashcard</a:t>
            </a:r>
            <a:r>
              <a:rPr lang="uk-UA" sz="1100" dirty="0"/>
              <a:t> </a:t>
            </a:r>
            <a:r>
              <a:rPr lang="uk-UA" sz="1100" dirty="0" err="1"/>
              <a:t>using</a:t>
            </a:r>
            <a:r>
              <a:rPr lang="uk-UA" sz="1100" dirty="0"/>
              <a:t> </a:t>
            </a:r>
            <a:r>
              <a:rPr lang="uk-UA" sz="1100" dirty="0" err="1"/>
              <a:t>Pixabay</a:t>
            </a:r>
            <a:r>
              <a:rPr lang="uk-UA" sz="1100" dirty="0"/>
              <a:t>.</a:t>
            </a:r>
          </a:p>
          <a:p>
            <a:r>
              <a:rPr lang="uk-UA" sz="1100" dirty="0"/>
              <a:t> * </a:t>
            </a:r>
            <a:r>
              <a:rPr lang="uk-UA" sz="1100" dirty="0" err="1"/>
              <a:t>Flow</a:t>
            </a:r>
            <a:r>
              <a:rPr lang="uk-UA" sz="1100" dirty="0"/>
              <a:t>: </a:t>
            </a:r>
            <a:r>
              <a:rPr lang="uk-UA" sz="1100" dirty="0" err="1"/>
              <a:t>Gemini</a:t>
            </a:r>
            <a:r>
              <a:rPr lang="uk-UA" sz="1100" dirty="0"/>
              <a:t> → </a:t>
            </a:r>
            <a:r>
              <a:rPr lang="uk-UA" sz="1100" dirty="0" err="1"/>
              <a:t>English</a:t>
            </a:r>
            <a:r>
              <a:rPr lang="uk-UA" sz="1100" dirty="0"/>
              <a:t> </a:t>
            </a:r>
            <a:r>
              <a:rPr lang="uk-UA" sz="1100" dirty="0" err="1"/>
              <a:t>photo</a:t>
            </a:r>
            <a:r>
              <a:rPr lang="uk-UA" sz="1100" dirty="0"/>
              <a:t> </a:t>
            </a:r>
            <a:r>
              <a:rPr lang="uk-UA" sz="1100" dirty="0" err="1"/>
              <a:t>keywords</a:t>
            </a:r>
            <a:r>
              <a:rPr lang="uk-UA" sz="1100" dirty="0"/>
              <a:t> → </a:t>
            </a:r>
            <a:r>
              <a:rPr lang="uk-UA" sz="1100" dirty="0" err="1"/>
              <a:t>Pixabay</a:t>
            </a:r>
            <a:r>
              <a:rPr lang="uk-UA" sz="1100" dirty="0"/>
              <a:t> → </a:t>
            </a:r>
            <a:r>
              <a:rPr lang="uk-UA" sz="1100" dirty="0" err="1"/>
              <a:t>best</a:t>
            </a:r>
            <a:r>
              <a:rPr lang="uk-UA" sz="1100" dirty="0"/>
              <a:t> </a:t>
            </a:r>
            <a:r>
              <a:rPr lang="uk-UA" sz="1100" dirty="0" err="1"/>
              <a:t>tag</a:t>
            </a:r>
            <a:r>
              <a:rPr lang="uk-UA" sz="1100" dirty="0"/>
              <a:t> </a:t>
            </a:r>
            <a:r>
              <a:rPr lang="uk-UA" sz="1100" dirty="0" err="1"/>
              <a:t>match</a:t>
            </a:r>
            <a:r>
              <a:rPr lang="uk-UA" sz="1100" dirty="0"/>
              <a:t>.</a:t>
            </a:r>
          </a:p>
          <a:p>
            <a:r>
              <a:rPr lang="uk-UA" sz="1100" dirty="0"/>
              <a:t> */</a:t>
            </a:r>
          </a:p>
          <a:p>
            <a:r>
              <a:rPr lang="uk-UA" sz="1100" dirty="0" err="1"/>
              <a:t>async</a:t>
            </a:r>
            <a:r>
              <a:rPr lang="uk-UA" sz="1100" dirty="0"/>
              <a:t> </a:t>
            </a:r>
            <a:r>
              <a:rPr lang="uk-UA" sz="1100" dirty="0" err="1"/>
              <a:t>function</a:t>
            </a:r>
            <a:r>
              <a:rPr lang="uk-UA" sz="1100" dirty="0"/>
              <a:t> </a:t>
            </a:r>
            <a:r>
              <a:rPr lang="uk-UA" sz="1100" dirty="0" err="1"/>
              <a:t>resolveImageSearchWords</a:t>
            </a:r>
            <a:r>
              <a:rPr lang="uk-UA" sz="1100" dirty="0"/>
              <a:t>(</a:t>
            </a:r>
          </a:p>
          <a:p>
            <a:r>
              <a:rPr lang="uk-UA" sz="1100" dirty="0"/>
              <a:t>  </a:t>
            </a:r>
            <a:r>
              <a:rPr lang="uk-UA" sz="1100" dirty="0" err="1"/>
              <a:t>cardText</a:t>
            </a:r>
            <a:r>
              <a:rPr lang="uk-UA" sz="1100" dirty="0"/>
              <a:t>: </a:t>
            </a:r>
            <a:r>
              <a:rPr lang="uk-UA" sz="1100" dirty="0" err="1"/>
              <a:t>string</a:t>
            </a:r>
            <a:r>
              <a:rPr lang="uk-UA" sz="1100" dirty="0"/>
              <a:t>,</a:t>
            </a:r>
          </a:p>
          <a:p>
            <a:r>
              <a:rPr lang="uk-UA" sz="1100" dirty="0"/>
              <a:t>  </a:t>
            </a:r>
            <a:r>
              <a:rPr lang="uk-UA" sz="1100" dirty="0" err="1"/>
              <a:t>deckTitle</a:t>
            </a:r>
            <a:r>
              <a:rPr lang="uk-UA" sz="1100" dirty="0"/>
              <a:t>: </a:t>
            </a:r>
            <a:r>
              <a:rPr lang="uk-UA" sz="1100" dirty="0" err="1"/>
              <a:t>string</a:t>
            </a:r>
            <a:r>
              <a:rPr lang="uk-UA" sz="1100" dirty="0"/>
              <a:t>,</a:t>
            </a:r>
          </a:p>
          <a:p>
            <a:r>
              <a:rPr lang="uk-UA" sz="1100" dirty="0"/>
              <a:t>  </a:t>
            </a:r>
            <a:r>
              <a:rPr lang="uk-UA" sz="1100" dirty="0" err="1"/>
              <a:t>deckDescription</a:t>
            </a:r>
            <a:r>
              <a:rPr lang="uk-UA" sz="1100" dirty="0"/>
              <a:t>: </a:t>
            </a:r>
            <a:r>
              <a:rPr lang="uk-UA" sz="1100" dirty="0" err="1"/>
              <a:t>string</a:t>
            </a:r>
            <a:r>
              <a:rPr lang="uk-UA" sz="1100" dirty="0"/>
              <a:t> | </a:t>
            </a:r>
            <a:r>
              <a:rPr lang="uk-UA" sz="1100" dirty="0" err="1"/>
              <a:t>null</a:t>
            </a:r>
            <a:r>
              <a:rPr lang="uk-UA" sz="1100" dirty="0"/>
              <a:t> | </a:t>
            </a:r>
            <a:r>
              <a:rPr lang="uk-UA" sz="1100" dirty="0" err="1"/>
              <a:t>undefined</a:t>
            </a:r>
            <a:r>
              <a:rPr lang="uk-UA" sz="1100" dirty="0"/>
              <a:t>,</a:t>
            </a:r>
          </a:p>
          <a:p>
            <a:r>
              <a:rPr lang="uk-UA" sz="1100" dirty="0"/>
              <a:t>  </a:t>
            </a:r>
            <a:r>
              <a:rPr lang="uk-UA" sz="1100" dirty="0" err="1"/>
              <a:t>side</a:t>
            </a:r>
            <a:r>
              <a:rPr lang="uk-UA" sz="1100" dirty="0"/>
              <a:t>: '</a:t>
            </a:r>
            <a:r>
              <a:rPr lang="uk-UA" sz="1100" dirty="0" err="1"/>
              <a:t>front</a:t>
            </a:r>
            <a:r>
              <a:rPr lang="uk-UA" sz="1100" dirty="0"/>
              <a:t>' | '</a:t>
            </a:r>
            <a:r>
              <a:rPr lang="uk-UA" sz="1100" dirty="0" err="1"/>
              <a:t>back</a:t>
            </a:r>
            <a:r>
              <a:rPr lang="uk-UA" sz="1100" dirty="0"/>
              <a:t>',</a:t>
            </a:r>
          </a:p>
          <a:p>
            <a:r>
              <a:rPr lang="uk-UA" sz="1100" dirty="0"/>
              <a:t>): </a:t>
            </a:r>
            <a:r>
              <a:rPr lang="uk-UA" sz="1100" dirty="0" err="1"/>
              <a:t>Promise</a:t>
            </a:r>
            <a:r>
              <a:rPr lang="uk-UA" sz="1100" dirty="0"/>
              <a:t>&lt;{ </a:t>
            </a:r>
            <a:r>
              <a:rPr lang="uk-UA" sz="1100" dirty="0" err="1"/>
              <a:t>words</a:t>
            </a:r>
            <a:r>
              <a:rPr lang="uk-UA" sz="1100" dirty="0"/>
              <a:t>: </a:t>
            </a:r>
            <a:r>
              <a:rPr lang="uk-UA" sz="1100" dirty="0" err="1"/>
              <a:t>string</a:t>
            </a:r>
            <a:r>
              <a:rPr lang="uk-UA" sz="1100" dirty="0"/>
              <a:t>[]; </a:t>
            </a:r>
            <a:r>
              <a:rPr lang="uk-UA" sz="1100" dirty="0" err="1"/>
              <a:t>quotaExceeded</a:t>
            </a:r>
            <a:r>
              <a:rPr lang="uk-UA" sz="1100" dirty="0"/>
              <a:t>: </a:t>
            </a:r>
            <a:r>
              <a:rPr lang="uk-UA" sz="1100" dirty="0" err="1"/>
              <a:t>boolean</a:t>
            </a:r>
            <a:r>
              <a:rPr lang="uk-UA" sz="1100" dirty="0"/>
              <a:t> }&gt; {</a:t>
            </a:r>
          </a:p>
          <a:p>
            <a:r>
              <a:rPr lang="uk-UA" sz="1100" dirty="0"/>
              <a:t>  // швидкий шлях: якщо в тексті картки вже є латинська підказка — </a:t>
            </a:r>
            <a:r>
              <a:rPr lang="uk-UA" sz="1100" dirty="0" err="1"/>
              <a:t>Gemini</a:t>
            </a:r>
            <a:r>
              <a:rPr lang="uk-UA" sz="1100" dirty="0"/>
              <a:t> не викликаємо</a:t>
            </a:r>
          </a:p>
          <a:p>
            <a:r>
              <a:rPr lang="uk-UA" sz="1100" dirty="0"/>
              <a:t>  </a:t>
            </a:r>
            <a:r>
              <a:rPr lang="uk-UA" sz="1100" dirty="0" err="1"/>
              <a:t>const</a:t>
            </a:r>
            <a:r>
              <a:rPr lang="uk-UA" sz="1100" dirty="0"/>
              <a:t> </a:t>
            </a:r>
            <a:r>
              <a:rPr lang="uk-UA" sz="1100" dirty="0" err="1"/>
              <a:t>englishHint</a:t>
            </a:r>
            <a:r>
              <a:rPr lang="uk-UA" sz="1100" dirty="0"/>
              <a:t> = </a:t>
            </a:r>
            <a:r>
              <a:rPr lang="uk-UA" sz="1100" dirty="0" err="1"/>
              <a:t>extractEnglishPhotoHint</a:t>
            </a:r>
            <a:r>
              <a:rPr lang="uk-UA" sz="1100" dirty="0"/>
              <a:t>(</a:t>
            </a:r>
            <a:r>
              <a:rPr lang="uk-UA" sz="1100" dirty="0" err="1"/>
              <a:t>cardText</a:t>
            </a:r>
            <a:r>
              <a:rPr lang="uk-UA" sz="1100" dirty="0"/>
              <a:t>);</a:t>
            </a:r>
          </a:p>
          <a:p>
            <a:r>
              <a:rPr lang="uk-UA" sz="1100" dirty="0"/>
              <a:t>  </a:t>
            </a:r>
            <a:r>
              <a:rPr lang="uk-UA" sz="1100" dirty="0" err="1"/>
              <a:t>if</a:t>
            </a:r>
            <a:r>
              <a:rPr lang="uk-UA" sz="1100" dirty="0"/>
              <a:t> (</a:t>
            </a:r>
            <a:r>
              <a:rPr lang="uk-UA" sz="1100" dirty="0" err="1"/>
              <a:t>englishHint</a:t>
            </a:r>
            <a:r>
              <a:rPr lang="uk-UA" sz="1100" dirty="0"/>
              <a:t>) {</a:t>
            </a:r>
          </a:p>
          <a:p>
            <a:r>
              <a:rPr lang="uk-UA" sz="1100" dirty="0"/>
              <a:t>    </a:t>
            </a:r>
            <a:r>
              <a:rPr lang="uk-UA" sz="1100" dirty="0" err="1"/>
              <a:t>const</a:t>
            </a:r>
            <a:r>
              <a:rPr lang="uk-UA" sz="1100" dirty="0"/>
              <a:t> </a:t>
            </a:r>
            <a:r>
              <a:rPr lang="uk-UA" sz="1100" dirty="0" err="1"/>
              <a:t>words</a:t>
            </a:r>
            <a:r>
              <a:rPr lang="uk-UA" sz="1100" dirty="0"/>
              <a:t> = </a:t>
            </a:r>
            <a:r>
              <a:rPr lang="uk-UA" sz="1100" dirty="0" err="1"/>
              <a:t>parseKeywordText</a:t>
            </a:r>
            <a:r>
              <a:rPr lang="uk-UA" sz="1100" dirty="0"/>
              <a:t>(</a:t>
            </a:r>
            <a:r>
              <a:rPr lang="uk-UA" sz="1100" dirty="0" err="1"/>
              <a:t>englishHint</a:t>
            </a:r>
            <a:r>
              <a:rPr lang="uk-UA" sz="1100" dirty="0"/>
              <a:t>);</a:t>
            </a:r>
          </a:p>
          <a:p>
            <a:r>
              <a:rPr lang="uk-UA" sz="1100" dirty="0"/>
              <a:t>    </a:t>
            </a:r>
            <a:r>
              <a:rPr lang="uk-UA" sz="1100" dirty="0" err="1"/>
              <a:t>if</a:t>
            </a:r>
            <a:r>
              <a:rPr lang="uk-UA" sz="1100" dirty="0"/>
              <a:t> (</a:t>
            </a:r>
            <a:r>
              <a:rPr lang="uk-UA" sz="1100" dirty="0" err="1"/>
              <a:t>usableKeywordWords</a:t>
            </a:r>
            <a:r>
              <a:rPr lang="uk-UA" sz="1100" dirty="0"/>
              <a:t>(</a:t>
            </a:r>
            <a:r>
              <a:rPr lang="uk-UA" sz="1100" dirty="0" err="1"/>
              <a:t>words</a:t>
            </a:r>
            <a:r>
              <a:rPr lang="uk-UA" sz="1100" dirty="0"/>
              <a:t>)) </a:t>
            </a:r>
            <a:r>
              <a:rPr lang="uk-UA" sz="1100" dirty="0" err="1"/>
              <a:t>return</a:t>
            </a:r>
            <a:r>
              <a:rPr lang="uk-UA" sz="1100" dirty="0"/>
              <a:t> { </a:t>
            </a:r>
            <a:r>
              <a:rPr lang="uk-UA" sz="1100" dirty="0" err="1"/>
              <a:t>words</a:t>
            </a:r>
            <a:r>
              <a:rPr lang="uk-UA" sz="1100" dirty="0"/>
              <a:t>, </a:t>
            </a:r>
            <a:r>
              <a:rPr lang="uk-UA" sz="1100" dirty="0" err="1"/>
              <a:t>quotaExceeded</a:t>
            </a:r>
            <a:r>
              <a:rPr lang="uk-UA" sz="1100" dirty="0"/>
              <a:t>: </a:t>
            </a:r>
            <a:r>
              <a:rPr lang="uk-UA" sz="1100" dirty="0" err="1"/>
              <a:t>false</a:t>
            </a:r>
            <a:r>
              <a:rPr lang="uk-UA" sz="1100" dirty="0"/>
              <a:t> };</a:t>
            </a:r>
          </a:p>
          <a:p>
            <a:r>
              <a:rPr lang="uk-UA" sz="1100" dirty="0"/>
              <a:t>  }</a:t>
            </a:r>
          </a:p>
          <a:p>
            <a:endParaRPr lang="uk-UA" sz="1100" dirty="0"/>
          </a:p>
          <a:p>
            <a:r>
              <a:rPr lang="uk-UA" sz="1100" dirty="0"/>
              <a:t>  </a:t>
            </a:r>
            <a:r>
              <a:rPr lang="uk-UA" sz="1100" dirty="0" err="1"/>
              <a:t>const</a:t>
            </a:r>
            <a:r>
              <a:rPr lang="uk-UA" sz="1100" dirty="0"/>
              <a:t> </a:t>
            </a:r>
            <a:r>
              <a:rPr lang="uk-UA" sz="1100" dirty="0" err="1"/>
              <a:t>keywordPrompt</a:t>
            </a:r>
            <a:r>
              <a:rPr lang="uk-UA" sz="1100" dirty="0"/>
              <a:t> = `</a:t>
            </a:r>
            <a:r>
              <a:rPr lang="uk-UA" sz="1100" dirty="0" err="1"/>
              <a:t>You</a:t>
            </a:r>
            <a:r>
              <a:rPr lang="uk-UA" sz="1100" dirty="0"/>
              <a:t> </a:t>
            </a:r>
            <a:r>
              <a:rPr lang="uk-UA" sz="1100" dirty="0" err="1"/>
              <a:t>pick</a:t>
            </a:r>
            <a:r>
              <a:rPr lang="uk-UA" sz="1100" dirty="0"/>
              <a:t> </a:t>
            </a:r>
            <a:r>
              <a:rPr lang="uk-UA" sz="1100" dirty="0" err="1"/>
              <a:t>stock</a:t>
            </a:r>
            <a:r>
              <a:rPr lang="uk-UA" sz="1100" dirty="0"/>
              <a:t> </a:t>
            </a:r>
            <a:r>
              <a:rPr lang="uk-UA" sz="1100" dirty="0" err="1"/>
              <a:t>photo</a:t>
            </a:r>
            <a:r>
              <a:rPr lang="uk-UA" sz="1100" dirty="0"/>
              <a:t> </a:t>
            </a:r>
            <a:r>
              <a:rPr lang="uk-UA" sz="1100" dirty="0" err="1"/>
              <a:t>search</a:t>
            </a:r>
            <a:r>
              <a:rPr lang="uk-UA" sz="1100" dirty="0"/>
              <a:t> </a:t>
            </a:r>
            <a:r>
              <a:rPr lang="uk-UA" sz="1100" dirty="0" err="1"/>
              <a:t>terms</a:t>
            </a:r>
            <a:r>
              <a:rPr lang="uk-UA" sz="1100" dirty="0"/>
              <a:t> </a:t>
            </a:r>
            <a:r>
              <a:rPr lang="uk-UA" sz="1100" dirty="0" err="1"/>
              <a:t>for</a:t>
            </a:r>
            <a:r>
              <a:rPr lang="uk-UA" sz="1100" dirty="0"/>
              <a:t> </a:t>
            </a:r>
            <a:r>
              <a:rPr lang="uk-UA" sz="1100" dirty="0" err="1"/>
              <a:t>vocabulary</a:t>
            </a:r>
            <a:r>
              <a:rPr lang="uk-UA" sz="1100" dirty="0"/>
              <a:t> </a:t>
            </a:r>
            <a:r>
              <a:rPr lang="uk-UA" sz="1100" dirty="0" err="1"/>
              <a:t>flashcards</a:t>
            </a:r>
            <a:r>
              <a:rPr lang="uk-UA" sz="1100" dirty="0"/>
              <a:t>.</a:t>
            </a:r>
          </a:p>
          <a:p>
            <a:r>
              <a:rPr lang="uk-UA" sz="1100" dirty="0" err="1"/>
              <a:t>Rules</a:t>
            </a:r>
            <a:r>
              <a:rPr lang="uk-UA" sz="1100" dirty="0"/>
              <a:t>:</a:t>
            </a:r>
          </a:p>
          <a:p>
            <a:r>
              <a:rPr lang="uk-UA" sz="1100" dirty="0"/>
              <a:t>- </a:t>
            </a:r>
            <a:r>
              <a:rPr lang="uk-UA" sz="1100" dirty="0" err="1"/>
              <a:t>Reply</a:t>
            </a:r>
            <a:r>
              <a:rPr lang="uk-UA" sz="1100" dirty="0"/>
              <a:t> </a:t>
            </a:r>
            <a:r>
              <a:rPr lang="uk-UA" sz="1100" dirty="0" err="1"/>
              <a:t>with</a:t>
            </a:r>
            <a:r>
              <a:rPr lang="uk-UA" sz="1100" dirty="0"/>
              <a:t> 2–4 </a:t>
            </a:r>
            <a:r>
              <a:rPr lang="uk-UA" sz="1100" dirty="0" err="1"/>
              <a:t>simple</a:t>
            </a:r>
            <a:r>
              <a:rPr lang="uk-UA" sz="1100" dirty="0"/>
              <a:t> </a:t>
            </a:r>
            <a:r>
              <a:rPr lang="uk-UA" sz="1100" dirty="0" err="1"/>
              <a:t>English</a:t>
            </a:r>
            <a:r>
              <a:rPr lang="uk-UA" sz="1100" dirty="0"/>
              <a:t> </a:t>
            </a:r>
            <a:r>
              <a:rPr lang="uk-UA" sz="1100" dirty="0" err="1"/>
              <a:t>nouns</a:t>
            </a:r>
            <a:r>
              <a:rPr lang="uk-UA" sz="1100" dirty="0"/>
              <a:t> </a:t>
            </a:r>
            <a:r>
              <a:rPr lang="uk-UA" sz="1100" dirty="0" err="1"/>
              <a:t>only</a:t>
            </a:r>
            <a:endParaRPr lang="uk-UA" sz="1100" dirty="0"/>
          </a:p>
          <a:p>
            <a:r>
              <a:rPr lang="uk-UA" sz="1100" dirty="0"/>
              <a:t>- </a:t>
            </a:r>
            <a:r>
              <a:rPr lang="uk-UA" sz="1100" dirty="0" err="1"/>
              <a:t>If</a:t>
            </a:r>
            <a:r>
              <a:rPr lang="uk-UA" sz="1100" dirty="0"/>
              <a:t> </a:t>
            </a:r>
            <a:r>
              <a:rPr lang="uk-UA" sz="1100" dirty="0" err="1"/>
              <a:t>the</a:t>
            </a:r>
            <a:r>
              <a:rPr lang="uk-UA" sz="1100" dirty="0"/>
              <a:t> </a:t>
            </a:r>
            <a:r>
              <a:rPr lang="uk-UA" sz="1100" dirty="0" err="1"/>
              <a:t>card</a:t>
            </a:r>
            <a:r>
              <a:rPr lang="uk-UA" sz="1100" dirty="0"/>
              <a:t> </a:t>
            </a:r>
            <a:r>
              <a:rPr lang="uk-UA" sz="1100" dirty="0" err="1"/>
              <a:t>text</a:t>
            </a:r>
            <a:r>
              <a:rPr lang="uk-UA" sz="1100" dirty="0"/>
              <a:t> </a:t>
            </a:r>
            <a:r>
              <a:rPr lang="uk-UA" sz="1100" dirty="0" err="1"/>
              <a:t>is</a:t>
            </a:r>
            <a:r>
              <a:rPr lang="uk-UA" sz="1100" dirty="0"/>
              <a:t> </a:t>
            </a:r>
            <a:r>
              <a:rPr lang="uk-UA" sz="1100" dirty="0" err="1"/>
              <a:t>not</a:t>
            </a:r>
            <a:r>
              <a:rPr lang="uk-UA" sz="1100" dirty="0"/>
              <a:t> </a:t>
            </a:r>
            <a:r>
              <a:rPr lang="uk-UA" sz="1100" dirty="0" err="1"/>
              <a:t>English</a:t>
            </a:r>
            <a:r>
              <a:rPr lang="uk-UA" sz="1100" dirty="0"/>
              <a:t>, </a:t>
            </a:r>
            <a:r>
              <a:rPr lang="uk-UA" sz="1100" dirty="0" err="1"/>
              <a:t>translate</a:t>
            </a:r>
            <a:r>
              <a:rPr lang="uk-UA" sz="1100" dirty="0"/>
              <a:t> </a:t>
            </a:r>
            <a:r>
              <a:rPr lang="uk-UA" sz="1100" dirty="0" err="1"/>
              <a:t>its</a:t>
            </a:r>
            <a:r>
              <a:rPr lang="uk-UA" sz="1100" dirty="0"/>
              <a:t> </a:t>
            </a:r>
            <a:r>
              <a:rPr lang="uk-UA" sz="1100" dirty="0" err="1"/>
              <a:t>meaning</a:t>
            </a:r>
            <a:r>
              <a:rPr lang="uk-UA" sz="1100" dirty="0"/>
              <a:t> </a:t>
            </a:r>
            <a:r>
              <a:rPr lang="uk-UA" sz="1100" dirty="0" err="1"/>
              <a:t>to</a:t>
            </a:r>
            <a:r>
              <a:rPr lang="uk-UA" sz="1100" dirty="0"/>
              <a:t> </a:t>
            </a:r>
            <a:r>
              <a:rPr lang="uk-UA" sz="1100" dirty="0" err="1"/>
              <a:t>English</a:t>
            </a:r>
            <a:r>
              <a:rPr lang="uk-UA" sz="1100" dirty="0"/>
              <a:t> </a:t>
            </a:r>
            <a:r>
              <a:rPr lang="uk-UA" sz="1100" dirty="0" err="1"/>
              <a:t>first</a:t>
            </a:r>
            <a:endParaRPr lang="uk-UA" sz="1100" dirty="0"/>
          </a:p>
          <a:p>
            <a:r>
              <a:rPr lang="uk-UA" sz="1100" dirty="0"/>
              <a:t>- </a:t>
            </a:r>
            <a:r>
              <a:rPr lang="uk-UA" sz="1100" dirty="0" err="1"/>
              <a:t>Never</a:t>
            </a:r>
            <a:r>
              <a:rPr lang="uk-UA" sz="1100" dirty="0"/>
              <a:t> </a:t>
            </a:r>
            <a:r>
              <a:rPr lang="uk-UA" sz="1100" dirty="0" err="1"/>
              <a:t>use</a:t>
            </a:r>
            <a:r>
              <a:rPr lang="uk-UA" sz="1100" dirty="0"/>
              <a:t> </a:t>
            </a:r>
            <a:r>
              <a:rPr lang="uk-UA" sz="1100" dirty="0" err="1"/>
              <a:t>country</a:t>
            </a:r>
            <a:r>
              <a:rPr lang="uk-UA" sz="1100" dirty="0"/>
              <a:t>, </a:t>
            </a:r>
            <a:r>
              <a:rPr lang="uk-UA" sz="1100" dirty="0" err="1"/>
              <a:t>city</a:t>
            </a:r>
            <a:r>
              <a:rPr lang="uk-UA" sz="1100" dirty="0"/>
              <a:t>, </a:t>
            </a:r>
            <a:r>
              <a:rPr lang="uk-UA" sz="1100" dirty="0" err="1"/>
              <a:t>or</a:t>
            </a:r>
            <a:r>
              <a:rPr lang="uk-UA" sz="1100" dirty="0"/>
              <a:t> </a:t>
            </a:r>
            <a:r>
              <a:rPr lang="uk-UA" sz="1100" dirty="0" err="1"/>
              <a:t>nationality</a:t>
            </a:r>
            <a:r>
              <a:rPr lang="uk-UA" sz="1100" dirty="0"/>
              <a:t> </a:t>
            </a:r>
            <a:r>
              <a:rPr lang="uk-UA" sz="1100" dirty="0" err="1"/>
              <a:t>words</a:t>
            </a:r>
            <a:r>
              <a:rPr lang="uk-UA" sz="1100" dirty="0"/>
              <a:t> (</a:t>
            </a:r>
            <a:r>
              <a:rPr lang="uk-UA" sz="1100" dirty="0" err="1"/>
              <a:t>no</a:t>
            </a:r>
            <a:r>
              <a:rPr lang="uk-UA" sz="1100" dirty="0"/>
              <a:t> </a:t>
            </a:r>
            <a:r>
              <a:rPr lang="uk-UA" sz="1100" dirty="0" err="1"/>
              <a:t>ukrainian</a:t>
            </a:r>
            <a:r>
              <a:rPr lang="uk-UA" sz="1100" dirty="0"/>
              <a:t>, </a:t>
            </a:r>
            <a:r>
              <a:rPr lang="uk-UA" sz="1100" dirty="0" err="1"/>
              <a:t>german</a:t>
            </a:r>
            <a:r>
              <a:rPr lang="uk-UA" sz="1100" dirty="0"/>
              <a:t>, </a:t>
            </a:r>
            <a:r>
              <a:rPr lang="uk-UA" sz="1100" dirty="0" err="1"/>
              <a:t>kiev</a:t>
            </a:r>
            <a:r>
              <a:rPr lang="uk-UA" sz="1100" dirty="0"/>
              <a:t>, </a:t>
            </a:r>
            <a:r>
              <a:rPr lang="uk-UA" sz="1100" dirty="0" err="1"/>
              <a:t>etc</a:t>
            </a:r>
            <a:r>
              <a:rPr lang="uk-UA" sz="1100" dirty="0"/>
              <a:t>.)</a:t>
            </a:r>
          </a:p>
          <a:p>
            <a:r>
              <a:rPr lang="uk-UA" sz="1100" dirty="0"/>
              <a:t>- </a:t>
            </a:r>
            <a:r>
              <a:rPr lang="uk-UA" sz="1100" dirty="0" err="1"/>
              <a:t>No</a:t>
            </a:r>
            <a:r>
              <a:rPr lang="uk-UA" sz="1100" dirty="0"/>
              <a:t> </a:t>
            </a:r>
            <a:r>
              <a:rPr lang="uk-UA" sz="1100" dirty="0" err="1"/>
              <a:t>punctuation</a:t>
            </a:r>
            <a:r>
              <a:rPr lang="uk-UA" sz="1100" dirty="0"/>
              <a:t>, </a:t>
            </a:r>
            <a:r>
              <a:rPr lang="uk-UA" sz="1100" dirty="0" err="1"/>
              <a:t>quotes</a:t>
            </a:r>
            <a:r>
              <a:rPr lang="uk-UA" sz="1100" dirty="0"/>
              <a:t>, </a:t>
            </a:r>
            <a:r>
              <a:rPr lang="uk-UA" sz="1100" dirty="0" err="1"/>
              <a:t>or</a:t>
            </a:r>
            <a:r>
              <a:rPr lang="uk-UA" sz="1100" dirty="0"/>
              <a:t> </a:t>
            </a:r>
            <a:r>
              <a:rPr lang="uk-UA" sz="1100" dirty="0" err="1"/>
              <a:t>explanations</a:t>
            </a:r>
            <a:r>
              <a:rPr lang="uk-UA" sz="1100" dirty="0"/>
              <a:t>`;</a:t>
            </a:r>
          </a:p>
          <a:p>
            <a:endParaRPr lang="uk-UA" sz="1100" dirty="0"/>
          </a:p>
          <a:p>
            <a:r>
              <a:rPr lang="uk-UA" sz="1100" dirty="0"/>
              <a:t>  </a:t>
            </a:r>
            <a:r>
              <a:rPr lang="uk-UA" sz="1100" dirty="0" err="1"/>
              <a:t>const</a:t>
            </a:r>
            <a:r>
              <a:rPr lang="uk-UA" sz="1100" dirty="0"/>
              <a:t> </a:t>
            </a:r>
            <a:r>
              <a:rPr lang="uk-UA" sz="1100" dirty="0" err="1"/>
              <a:t>raw</a:t>
            </a:r>
            <a:r>
              <a:rPr lang="uk-UA" sz="1100" dirty="0"/>
              <a:t> = </a:t>
            </a:r>
            <a:r>
              <a:rPr lang="uk-UA" sz="1100" dirty="0" err="1"/>
              <a:t>await</a:t>
            </a:r>
            <a:r>
              <a:rPr lang="uk-UA" sz="1100" dirty="0"/>
              <a:t> </a:t>
            </a:r>
            <a:r>
              <a:rPr lang="uk-UA" sz="1100" dirty="0" err="1"/>
              <a:t>callGemini</a:t>
            </a:r>
            <a:r>
              <a:rPr lang="uk-UA" sz="1100" dirty="0"/>
              <a:t>(</a:t>
            </a:r>
            <a:r>
              <a:rPr lang="uk-UA" sz="1100" dirty="0" err="1"/>
              <a:t>keywordPrompt</a:t>
            </a:r>
            <a:r>
              <a:rPr lang="uk-UA" sz="1100" dirty="0"/>
              <a:t>, 128, { </a:t>
            </a:r>
            <a:r>
              <a:rPr lang="uk-UA" sz="1100" dirty="0" err="1"/>
              <a:t>thinkingBudget</a:t>
            </a:r>
            <a:r>
              <a:rPr lang="uk-UA" sz="1100" dirty="0"/>
              <a:t>: 0 });</a:t>
            </a:r>
          </a:p>
          <a:p>
            <a:r>
              <a:rPr lang="uk-UA" sz="1100" dirty="0"/>
              <a:t>  </a:t>
            </a:r>
            <a:r>
              <a:rPr lang="uk-UA" sz="1100" dirty="0" err="1"/>
              <a:t>if</a:t>
            </a:r>
            <a:r>
              <a:rPr lang="uk-UA" sz="1100" dirty="0"/>
              <a:t> (</a:t>
            </a:r>
            <a:r>
              <a:rPr lang="uk-UA" sz="1100" dirty="0" err="1"/>
              <a:t>raw.quotaExceeded</a:t>
            </a:r>
            <a:r>
              <a:rPr lang="uk-UA" sz="1100" dirty="0"/>
              <a:t>) </a:t>
            </a:r>
            <a:r>
              <a:rPr lang="uk-UA" sz="1100" dirty="0" err="1"/>
              <a:t>return</a:t>
            </a:r>
            <a:r>
              <a:rPr lang="uk-UA" sz="1100" dirty="0"/>
              <a:t> { </a:t>
            </a:r>
            <a:r>
              <a:rPr lang="uk-UA" sz="1100" dirty="0" err="1"/>
              <a:t>words</a:t>
            </a:r>
            <a:r>
              <a:rPr lang="uk-UA" sz="1100" dirty="0"/>
              <a:t>: [], </a:t>
            </a:r>
            <a:r>
              <a:rPr lang="uk-UA" sz="1100" dirty="0" err="1"/>
              <a:t>quotaExceeded</a:t>
            </a:r>
            <a:r>
              <a:rPr lang="uk-UA" sz="1100" dirty="0"/>
              <a:t>: </a:t>
            </a:r>
            <a:r>
              <a:rPr lang="uk-UA" sz="1100" dirty="0" err="1"/>
              <a:t>true</a:t>
            </a:r>
            <a:r>
              <a:rPr lang="uk-UA" sz="1100" dirty="0"/>
              <a:t> };</a:t>
            </a:r>
          </a:p>
          <a:p>
            <a:r>
              <a:rPr lang="uk-UA" sz="1100" dirty="0"/>
              <a:t>  </a:t>
            </a:r>
            <a:r>
              <a:rPr lang="uk-UA" sz="1100" dirty="0" err="1"/>
              <a:t>if</a:t>
            </a:r>
            <a:r>
              <a:rPr lang="uk-UA" sz="1100" dirty="0"/>
              <a:t> (</a:t>
            </a:r>
            <a:r>
              <a:rPr lang="uk-UA" sz="1100" dirty="0" err="1"/>
              <a:t>raw.text</a:t>
            </a:r>
            <a:r>
              <a:rPr lang="uk-UA" sz="1100" dirty="0"/>
              <a:t>) {</a:t>
            </a:r>
          </a:p>
          <a:p>
            <a:r>
              <a:rPr lang="uk-UA" sz="1100" dirty="0"/>
              <a:t>    </a:t>
            </a:r>
            <a:r>
              <a:rPr lang="uk-UA" sz="1100" dirty="0" err="1"/>
              <a:t>const</a:t>
            </a:r>
            <a:r>
              <a:rPr lang="uk-UA" sz="1100" dirty="0"/>
              <a:t> </a:t>
            </a:r>
            <a:r>
              <a:rPr lang="uk-UA" sz="1100" dirty="0" err="1"/>
              <a:t>words</a:t>
            </a:r>
            <a:r>
              <a:rPr lang="uk-UA" sz="1100" dirty="0"/>
              <a:t> = </a:t>
            </a:r>
            <a:r>
              <a:rPr lang="uk-UA" sz="1100" dirty="0" err="1"/>
              <a:t>parseKeywordText</a:t>
            </a:r>
            <a:r>
              <a:rPr lang="uk-UA" sz="1100" dirty="0"/>
              <a:t>(</a:t>
            </a:r>
            <a:r>
              <a:rPr lang="uk-UA" sz="1100" dirty="0" err="1"/>
              <a:t>raw.text</a:t>
            </a:r>
            <a:r>
              <a:rPr lang="uk-UA" sz="1100" dirty="0"/>
              <a:t>);</a:t>
            </a:r>
          </a:p>
          <a:p>
            <a:r>
              <a:rPr lang="uk-UA" sz="1100" dirty="0"/>
              <a:t>    </a:t>
            </a:r>
            <a:r>
              <a:rPr lang="uk-UA" sz="1100" dirty="0" err="1"/>
              <a:t>if</a:t>
            </a:r>
            <a:r>
              <a:rPr lang="uk-UA" sz="1100" dirty="0"/>
              <a:t> (</a:t>
            </a:r>
            <a:r>
              <a:rPr lang="uk-UA" sz="1100" dirty="0" err="1"/>
              <a:t>usableKeywordWords</a:t>
            </a:r>
            <a:r>
              <a:rPr lang="uk-UA" sz="1100" dirty="0"/>
              <a:t>(</a:t>
            </a:r>
            <a:r>
              <a:rPr lang="uk-UA" sz="1100" dirty="0" err="1"/>
              <a:t>words</a:t>
            </a:r>
            <a:r>
              <a:rPr lang="uk-UA" sz="1100" dirty="0"/>
              <a:t>)) </a:t>
            </a:r>
            <a:r>
              <a:rPr lang="uk-UA" sz="1100" dirty="0" err="1"/>
              <a:t>return</a:t>
            </a:r>
            <a:r>
              <a:rPr lang="uk-UA" sz="1100" dirty="0"/>
              <a:t> { </a:t>
            </a:r>
            <a:r>
              <a:rPr lang="uk-UA" sz="1100" dirty="0" err="1"/>
              <a:t>words</a:t>
            </a:r>
            <a:r>
              <a:rPr lang="uk-UA" sz="1100" dirty="0"/>
              <a:t>, </a:t>
            </a:r>
            <a:r>
              <a:rPr lang="uk-UA" sz="1100" dirty="0" err="1"/>
              <a:t>quotaExceeded</a:t>
            </a:r>
            <a:r>
              <a:rPr lang="uk-UA" sz="1100" dirty="0"/>
              <a:t>: </a:t>
            </a:r>
            <a:r>
              <a:rPr lang="uk-UA" sz="1100" dirty="0" err="1"/>
              <a:t>false</a:t>
            </a:r>
            <a:r>
              <a:rPr lang="uk-UA" sz="1100" dirty="0"/>
              <a:t> };</a:t>
            </a:r>
          </a:p>
          <a:p>
            <a:r>
              <a:rPr lang="uk-UA" sz="1100" dirty="0"/>
              <a:t>  }</a:t>
            </a:r>
          </a:p>
          <a:p>
            <a:endParaRPr lang="uk-UA" sz="1100" dirty="0"/>
          </a:p>
          <a:p>
            <a:r>
              <a:rPr lang="uk-UA" sz="1100" dirty="0"/>
              <a:t>  </a:t>
            </a:r>
            <a:r>
              <a:rPr lang="uk-UA" sz="1100" dirty="0" err="1"/>
              <a:t>return</a:t>
            </a:r>
            <a:r>
              <a:rPr lang="uk-UA" sz="1100" dirty="0"/>
              <a:t> { </a:t>
            </a:r>
            <a:r>
              <a:rPr lang="uk-UA" sz="1100" dirty="0" err="1"/>
              <a:t>words</a:t>
            </a:r>
            <a:r>
              <a:rPr lang="uk-UA" sz="1100" dirty="0"/>
              <a:t>: [], </a:t>
            </a:r>
            <a:r>
              <a:rPr lang="uk-UA" sz="1100" dirty="0" err="1"/>
              <a:t>quotaExceeded</a:t>
            </a:r>
            <a:r>
              <a:rPr lang="uk-UA" sz="1100" dirty="0"/>
              <a:t>: </a:t>
            </a:r>
            <a:r>
              <a:rPr lang="uk-UA" sz="1100" dirty="0" err="1"/>
              <a:t>false</a:t>
            </a:r>
            <a:r>
              <a:rPr lang="uk-UA" sz="1100" dirty="0"/>
              <a:t> };</a:t>
            </a:r>
          </a:p>
          <a:p>
            <a:r>
              <a:rPr lang="uk-UA" sz="1100" dirty="0"/>
              <a:t>}</a:t>
            </a:r>
          </a:p>
        </p:txBody>
      </p:sp>
      <p:cxnSp>
        <p:nvCxnSpPr>
          <p:cNvPr id="11" name="Пряма сполучна лінія 10">
            <a:extLst>
              <a:ext uri="{FF2B5EF4-FFF2-40B4-BE49-F238E27FC236}">
                <a16:creationId xmlns:a16="http://schemas.microsoft.com/office/drawing/2014/main" id="{876EB41F-255B-9042-43A7-C2F61EF099F0}"/>
              </a:ext>
            </a:extLst>
          </p:cNvPr>
          <p:cNvCxnSpPr/>
          <p:nvPr/>
        </p:nvCxnSpPr>
        <p:spPr>
          <a:xfrm flipV="1">
            <a:off x="4846320" y="441960"/>
            <a:ext cx="0" cy="4617720"/>
          </a:xfrm>
          <a:prstGeom prst="line">
            <a:avLst/>
          </a:prstGeom>
          <a:ln>
            <a:solidFill>
              <a:srgbClr val="CCA677"/>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9333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6AB8E0B0-F552-04D2-E0D4-1288BF81D757}"/>
            </a:ext>
          </a:extLst>
        </p:cNvPr>
        <p:cNvGrpSpPr/>
        <p:nvPr/>
      </p:nvGrpSpPr>
      <p:grpSpPr>
        <a:xfrm>
          <a:off x="0" y="0"/>
          <a:ext cx="0" cy="0"/>
          <a:chOff x="0" y="0"/>
          <a:chExt cx="0" cy="0"/>
        </a:xfrm>
      </p:grpSpPr>
      <p:sp>
        <p:nvSpPr>
          <p:cNvPr id="120" name="Google Shape;120;p21">
            <a:extLst>
              <a:ext uri="{FF2B5EF4-FFF2-40B4-BE49-F238E27FC236}">
                <a16:creationId xmlns:a16="http://schemas.microsoft.com/office/drawing/2014/main" id="{AFCBCF25-6033-3381-04BD-124256BE285F}"/>
              </a:ext>
            </a:extLst>
          </p:cNvPr>
          <p:cNvSpPr txBox="1">
            <a:spLocks noGrp="1"/>
          </p:cNvSpPr>
          <p:nvPr>
            <p:ph type="title"/>
          </p:nvPr>
        </p:nvSpPr>
        <p:spPr>
          <a:xfrm>
            <a:off x="257640" y="-61000"/>
            <a:ext cx="8520600" cy="831300"/>
          </a:xfrm>
          <a:prstGeom prst="rect">
            <a:avLst/>
          </a:prstGeom>
        </p:spPr>
        <p:txBody>
          <a:bodyPr spcFirstLastPara="1" wrap="square" lIns="91425" tIns="91425" rIns="91425" bIns="91425" anchor="ctr" anchorCtr="0">
            <a:normAutofit/>
          </a:bodyPr>
          <a:lstStyle/>
          <a:p>
            <a:pPr lvl="0" algn="ctr"/>
            <a:r>
              <a:rPr lang="uk-UA" sz="1600" dirty="0"/>
              <a:t>AI-</a:t>
            </a:r>
            <a:r>
              <a:rPr lang="uk-UA" sz="1600" dirty="0" err="1"/>
              <a:t>пайплайн</a:t>
            </a:r>
            <a:r>
              <a:rPr lang="uk-UA" sz="1600" dirty="0"/>
              <a:t>: </a:t>
            </a:r>
            <a:r>
              <a:rPr lang="uk-UA" sz="1600" dirty="0" err="1"/>
              <a:t>Pixabay</a:t>
            </a:r>
            <a:r>
              <a:rPr lang="uk-UA" sz="1600" dirty="0"/>
              <a:t>: пошук фото за отриманими ключовими словами</a:t>
            </a:r>
            <a:endParaRPr sz="1600" dirty="0"/>
          </a:p>
        </p:txBody>
      </p:sp>
      <p:pic>
        <p:nvPicPr>
          <p:cNvPr id="122" name="Google Shape;122;p21">
            <a:extLst>
              <a:ext uri="{FF2B5EF4-FFF2-40B4-BE49-F238E27FC236}">
                <a16:creationId xmlns:a16="http://schemas.microsoft.com/office/drawing/2014/main" id="{BD4BB495-B2F9-CA2A-D7E0-43289181E8E7}"/>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1597606D-3144-8136-C8AE-C4821CF39013}"/>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11</a:t>
            </a:fld>
            <a:endParaRPr lang="uk-UA" dirty="0"/>
          </a:p>
        </p:txBody>
      </p:sp>
      <p:sp>
        <p:nvSpPr>
          <p:cNvPr id="4" name="TextBox 3">
            <a:extLst>
              <a:ext uri="{FF2B5EF4-FFF2-40B4-BE49-F238E27FC236}">
                <a16:creationId xmlns:a16="http://schemas.microsoft.com/office/drawing/2014/main" id="{33A59CEF-B766-A1BA-BC33-7505159F3508}"/>
              </a:ext>
            </a:extLst>
          </p:cNvPr>
          <p:cNvSpPr txBox="1"/>
          <p:nvPr/>
        </p:nvSpPr>
        <p:spPr>
          <a:xfrm>
            <a:off x="257640" y="550765"/>
            <a:ext cx="4587240" cy="3808735"/>
          </a:xfrm>
          <a:prstGeom prst="rect">
            <a:avLst/>
          </a:prstGeom>
          <a:noFill/>
        </p:spPr>
        <p:txBody>
          <a:bodyPr wrap="square">
            <a:spAutoFit/>
          </a:bodyPr>
          <a:lstStyle/>
          <a:p>
            <a:r>
              <a:rPr lang="uk-UA" sz="1050" dirty="0" err="1"/>
              <a:t>async</a:t>
            </a:r>
            <a:r>
              <a:rPr lang="uk-UA" sz="1050" dirty="0"/>
              <a:t> </a:t>
            </a:r>
            <a:r>
              <a:rPr lang="uk-UA" sz="1050" dirty="0" err="1"/>
              <a:t>function</a:t>
            </a:r>
            <a:r>
              <a:rPr lang="uk-UA" sz="1050" dirty="0"/>
              <a:t> </a:t>
            </a:r>
            <a:r>
              <a:rPr lang="uk-UA" sz="1050" dirty="0" err="1"/>
              <a:t>fetchPixabayImage</a:t>
            </a:r>
            <a:r>
              <a:rPr lang="uk-UA" sz="1050" dirty="0"/>
              <a:t>(</a:t>
            </a:r>
          </a:p>
          <a:p>
            <a:r>
              <a:rPr lang="uk-UA" sz="1050" dirty="0"/>
              <a:t>  </a:t>
            </a:r>
            <a:r>
              <a:rPr lang="uk-UA" sz="1050" dirty="0" err="1"/>
              <a:t>pixabayKey</a:t>
            </a:r>
            <a:r>
              <a:rPr lang="uk-UA" sz="1050" dirty="0"/>
              <a:t>: </a:t>
            </a:r>
            <a:r>
              <a:rPr lang="uk-UA" sz="1050" dirty="0" err="1"/>
              <a:t>string</a:t>
            </a:r>
            <a:r>
              <a:rPr lang="uk-UA" sz="1050" dirty="0"/>
              <a:t>,</a:t>
            </a:r>
          </a:p>
          <a:p>
            <a:r>
              <a:rPr lang="uk-UA" sz="1050" dirty="0"/>
              <a:t>  </a:t>
            </a:r>
            <a:r>
              <a:rPr lang="uk-UA" sz="1050" dirty="0" err="1"/>
              <a:t>queryWords</a:t>
            </a:r>
            <a:r>
              <a:rPr lang="uk-UA" sz="1050" dirty="0"/>
              <a:t>: </a:t>
            </a:r>
            <a:r>
              <a:rPr lang="uk-UA" sz="1050" dirty="0" err="1"/>
              <a:t>string</a:t>
            </a:r>
            <a:r>
              <a:rPr lang="uk-UA" sz="1050" dirty="0"/>
              <a:t>[],</a:t>
            </a:r>
          </a:p>
          <a:p>
            <a:r>
              <a:rPr lang="uk-UA" sz="1050" dirty="0"/>
              <a:t>  </a:t>
            </a:r>
            <a:r>
              <a:rPr lang="uk-UA" sz="1050" dirty="0" err="1"/>
              <a:t>category</a:t>
            </a:r>
            <a:r>
              <a:rPr lang="uk-UA" sz="1050" dirty="0"/>
              <a:t>?: </a:t>
            </a:r>
            <a:r>
              <a:rPr lang="uk-UA" sz="1050" dirty="0" err="1"/>
              <a:t>string</a:t>
            </a:r>
            <a:r>
              <a:rPr lang="uk-UA" sz="1050" dirty="0"/>
              <a:t>,</a:t>
            </a:r>
          </a:p>
          <a:p>
            <a:r>
              <a:rPr lang="uk-UA" sz="1050" dirty="0"/>
              <a:t>): </a:t>
            </a:r>
            <a:r>
              <a:rPr lang="uk-UA" sz="1050" dirty="0" err="1"/>
              <a:t>Promise</a:t>
            </a:r>
            <a:r>
              <a:rPr lang="uk-UA" sz="1050" dirty="0"/>
              <a:t>&lt;</a:t>
            </a:r>
            <a:r>
              <a:rPr lang="uk-UA" sz="1050" dirty="0" err="1"/>
              <a:t>string</a:t>
            </a:r>
            <a:r>
              <a:rPr lang="uk-UA" sz="1050" dirty="0"/>
              <a:t> | </a:t>
            </a:r>
            <a:r>
              <a:rPr lang="uk-UA" sz="1050" dirty="0" err="1"/>
              <a:t>null</a:t>
            </a:r>
            <a:r>
              <a:rPr lang="uk-UA" sz="1050" dirty="0"/>
              <a:t>&gt; {</a:t>
            </a:r>
          </a:p>
          <a:p>
            <a:r>
              <a:rPr lang="uk-UA" sz="1050" dirty="0"/>
              <a:t>  </a:t>
            </a:r>
            <a:r>
              <a:rPr lang="uk-UA" sz="1050" dirty="0" err="1"/>
              <a:t>const</a:t>
            </a:r>
            <a:r>
              <a:rPr lang="uk-UA" sz="1050" dirty="0"/>
              <a:t> </a:t>
            </a:r>
            <a:r>
              <a:rPr lang="uk-UA" sz="1050" dirty="0" err="1"/>
              <a:t>query</a:t>
            </a:r>
            <a:r>
              <a:rPr lang="uk-UA" sz="1050" dirty="0"/>
              <a:t> = </a:t>
            </a:r>
            <a:r>
              <a:rPr lang="uk-UA" sz="1050" dirty="0" err="1"/>
              <a:t>toPixabayQuery</a:t>
            </a:r>
            <a:r>
              <a:rPr lang="uk-UA" sz="1050" dirty="0"/>
              <a:t>(</a:t>
            </a:r>
            <a:r>
              <a:rPr lang="uk-UA" sz="1050" dirty="0" err="1"/>
              <a:t>queryWords</a:t>
            </a:r>
            <a:r>
              <a:rPr lang="uk-UA" sz="1050" dirty="0"/>
              <a:t>);</a:t>
            </a:r>
          </a:p>
          <a:p>
            <a:r>
              <a:rPr lang="uk-UA" sz="1050" dirty="0"/>
              <a:t>  </a:t>
            </a:r>
            <a:r>
              <a:rPr lang="uk-UA" sz="1050" dirty="0" err="1"/>
              <a:t>if</a:t>
            </a:r>
            <a:r>
              <a:rPr lang="uk-UA" sz="1050" dirty="0"/>
              <a:t> (!</a:t>
            </a:r>
            <a:r>
              <a:rPr lang="uk-UA" sz="1050" dirty="0" err="1"/>
              <a:t>query</a:t>
            </a:r>
            <a:r>
              <a:rPr lang="uk-UA" sz="1050" dirty="0"/>
              <a:t>) </a:t>
            </a:r>
            <a:r>
              <a:rPr lang="uk-UA" sz="1050" dirty="0" err="1"/>
              <a:t>return</a:t>
            </a:r>
            <a:r>
              <a:rPr lang="uk-UA" sz="1050" dirty="0"/>
              <a:t> </a:t>
            </a:r>
            <a:r>
              <a:rPr lang="uk-UA" sz="1050" dirty="0" err="1"/>
              <a:t>null</a:t>
            </a:r>
            <a:r>
              <a:rPr lang="uk-UA" sz="1050" dirty="0"/>
              <a:t>;</a:t>
            </a:r>
          </a:p>
          <a:p>
            <a:endParaRPr lang="uk-UA" sz="1050" dirty="0"/>
          </a:p>
          <a:p>
            <a:r>
              <a:rPr lang="uk-UA" sz="1050" dirty="0"/>
              <a:t>  </a:t>
            </a:r>
            <a:r>
              <a:rPr lang="uk-UA" sz="1050" dirty="0" err="1"/>
              <a:t>const</a:t>
            </a:r>
            <a:r>
              <a:rPr lang="uk-UA" sz="1050" dirty="0"/>
              <a:t> </a:t>
            </a:r>
            <a:r>
              <a:rPr lang="uk-UA" sz="1050" dirty="0" err="1"/>
              <a:t>params</a:t>
            </a:r>
            <a:r>
              <a:rPr lang="uk-UA" sz="1050" dirty="0"/>
              <a:t> = </a:t>
            </a:r>
            <a:r>
              <a:rPr lang="uk-UA" sz="1050" dirty="0" err="1"/>
              <a:t>new</a:t>
            </a:r>
            <a:r>
              <a:rPr lang="uk-UA" sz="1050" dirty="0"/>
              <a:t> </a:t>
            </a:r>
            <a:r>
              <a:rPr lang="uk-UA" sz="1050" dirty="0" err="1"/>
              <a:t>URLSearchParams</a:t>
            </a:r>
            <a:r>
              <a:rPr lang="uk-UA" sz="1050" dirty="0"/>
              <a:t>({</a:t>
            </a:r>
          </a:p>
          <a:p>
            <a:r>
              <a:rPr lang="uk-UA" sz="1050" dirty="0"/>
              <a:t>    </a:t>
            </a:r>
            <a:r>
              <a:rPr lang="uk-UA" sz="1050" dirty="0" err="1"/>
              <a:t>key</a:t>
            </a:r>
            <a:r>
              <a:rPr lang="uk-UA" sz="1050" dirty="0"/>
              <a:t>: </a:t>
            </a:r>
            <a:r>
              <a:rPr lang="uk-UA" sz="1050" dirty="0" err="1"/>
              <a:t>pixabayKey</a:t>
            </a:r>
            <a:r>
              <a:rPr lang="uk-UA" sz="1050" dirty="0"/>
              <a:t>,</a:t>
            </a:r>
          </a:p>
          <a:p>
            <a:r>
              <a:rPr lang="uk-UA" sz="1050" dirty="0"/>
              <a:t>    q: </a:t>
            </a:r>
            <a:r>
              <a:rPr lang="uk-UA" sz="1050" dirty="0" err="1"/>
              <a:t>query.replace</a:t>
            </a:r>
            <a:r>
              <a:rPr lang="uk-UA" sz="1050" dirty="0"/>
              <a:t>(/\+/g, ' '),</a:t>
            </a:r>
          </a:p>
          <a:p>
            <a:r>
              <a:rPr lang="uk-UA" sz="1050" dirty="0"/>
              <a:t>    </a:t>
            </a:r>
            <a:r>
              <a:rPr lang="uk-UA" sz="1050" dirty="0" err="1"/>
              <a:t>image_type</a:t>
            </a:r>
            <a:r>
              <a:rPr lang="uk-UA" sz="1050" dirty="0"/>
              <a:t>: '</a:t>
            </a:r>
            <a:r>
              <a:rPr lang="uk-UA" sz="1050" dirty="0" err="1"/>
              <a:t>photo</a:t>
            </a:r>
            <a:r>
              <a:rPr lang="uk-UA" sz="1050" dirty="0"/>
              <a:t>',</a:t>
            </a:r>
          </a:p>
          <a:p>
            <a:r>
              <a:rPr lang="uk-UA" sz="1050" dirty="0"/>
              <a:t>    </a:t>
            </a:r>
            <a:r>
              <a:rPr lang="uk-UA" sz="1050" dirty="0" err="1"/>
              <a:t>safesearch</a:t>
            </a:r>
            <a:r>
              <a:rPr lang="uk-UA" sz="1050" dirty="0"/>
              <a:t>: '</a:t>
            </a:r>
            <a:r>
              <a:rPr lang="uk-UA" sz="1050" dirty="0" err="1"/>
              <a:t>true</a:t>
            </a:r>
            <a:r>
              <a:rPr lang="uk-UA" sz="1050" dirty="0"/>
              <a:t>',</a:t>
            </a:r>
          </a:p>
          <a:p>
            <a:r>
              <a:rPr lang="uk-UA" sz="1050" dirty="0"/>
              <a:t>    </a:t>
            </a:r>
            <a:r>
              <a:rPr lang="uk-UA" sz="1050" dirty="0" err="1"/>
              <a:t>orientation</a:t>
            </a:r>
            <a:r>
              <a:rPr lang="uk-UA" sz="1050" dirty="0"/>
              <a:t>: '</a:t>
            </a:r>
            <a:r>
              <a:rPr lang="uk-UA" sz="1050" dirty="0" err="1"/>
              <a:t>horizontal</a:t>
            </a:r>
            <a:r>
              <a:rPr lang="uk-UA" sz="1050" dirty="0"/>
              <a:t>',</a:t>
            </a:r>
          </a:p>
          <a:p>
            <a:r>
              <a:rPr lang="uk-UA" sz="1050" dirty="0"/>
              <a:t>    </a:t>
            </a:r>
            <a:r>
              <a:rPr lang="uk-UA" sz="1050" dirty="0" err="1"/>
              <a:t>order</a:t>
            </a:r>
            <a:r>
              <a:rPr lang="uk-UA" sz="1050" dirty="0"/>
              <a:t>: '</a:t>
            </a:r>
            <a:r>
              <a:rPr lang="uk-UA" sz="1050" dirty="0" err="1"/>
              <a:t>popular</a:t>
            </a:r>
            <a:r>
              <a:rPr lang="uk-UA" sz="1050" dirty="0"/>
              <a:t>',</a:t>
            </a:r>
          </a:p>
          <a:p>
            <a:r>
              <a:rPr lang="uk-UA" sz="1050" dirty="0"/>
              <a:t>  });</a:t>
            </a:r>
          </a:p>
          <a:p>
            <a:endParaRPr lang="uk-UA" sz="1050" dirty="0"/>
          </a:p>
          <a:p>
            <a:r>
              <a:rPr lang="uk-UA" sz="1050" dirty="0"/>
              <a:t>  </a:t>
            </a:r>
            <a:r>
              <a:rPr lang="uk-UA" sz="1050" dirty="0" err="1"/>
              <a:t>const</a:t>
            </a:r>
            <a:r>
              <a:rPr lang="uk-UA" sz="1050" dirty="0"/>
              <a:t> </a:t>
            </a:r>
            <a:r>
              <a:rPr lang="uk-UA" sz="1050" dirty="0" err="1"/>
              <a:t>res</a:t>
            </a:r>
            <a:r>
              <a:rPr lang="uk-UA" sz="1050" dirty="0"/>
              <a:t> = </a:t>
            </a:r>
            <a:r>
              <a:rPr lang="uk-UA" sz="1050" dirty="0" err="1"/>
              <a:t>await</a:t>
            </a:r>
            <a:r>
              <a:rPr lang="uk-UA" sz="1050" dirty="0"/>
              <a:t> </a:t>
            </a:r>
            <a:r>
              <a:rPr lang="uk-UA" sz="1050" dirty="0" err="1"/>
              <a:t>fetch</a:t>
            </a:r>
            <a:r>
              <a:rPr lang="uk-UA" sz="1050" dirty="0"/>
              <a:t>(`https://pixabay.com/api/?${params.toString()}`);</a:t>
            </a:r>
          </a:p>
          <a:p>
            <a:r>
              <a:rPr lang="uk-UA" sz="1050" dirty="0"/>
              <a:t>  </a:t>
            </a:r>
            <a:r>
              <a:rPr lang="uk-UA" sz="1050" dirty="0" err="1"/>
              <a:t>if</a:t>
            </a:r>
            <a:r>
              <a:rPr lang="uk-UA" sz="1050" dirty="0"/>
              <a:t> (!</a:t>
            </a:r>
            <a:r>
              <a:rPr lang="uk-UA" sz="1050" dirty="0" err="1"/>
              <a:t>res.ok</a:t>
            </a:r>
            <a:r>
              <a:rPr lang="uk-UA" sz="1050" dirty="0"/>
              <a:t>) </a:t>
            </a:r>
            <a:r>
              <a:rPr lang="uk-UA" sz="1050" dirty="0" err="1"/>
              <a:t>return</a:t>
            </a:r>
            <a:r>
              <a:rPr lang="uk-UA" sz="1050" dirty="0"/>
              <a:t> </a:t>
            </a:r>
            <a:r>
              <a:rPr lang="uk-UA" sz="1050" dirty="0" err="1"/>
              <a:t>null</a:t>
            </a:r>
            <a:r>
              <a:rPr lang="uk-UA" sz="1050" dirty="0"/>
              <a:t>;</a:t>
            </a:r>
          </a:p>
          <a:p>
            <a:endParaRPr lang="uk-UA" sz="1050" dirty="0"/>
          </a:p>
          <a:p>
            <a:r>
              <a:rPr lang="uk-UA" sz="1050" dirty="0"/>
              <a:t>  </a:t>
            </a:r>
            <a:r>
              <a:rPr lang="uk-UA" sz="1050" dirty="0" err="1"/>
              <a:t>const</a:t>
            </a:r>
            <a:r>
              <a:rPr lang="uk-UA" sz="1050" dirty="0"/>
              <a:t> </a:t>
            </a:r>
            <a:r>
              <a:rPr lang="uk-UA" sz="1050" dirty="0" err="1"/>
              <a:t>data</a:t>
            </a:r>
            <a:r>
              <a:rPr lang="uk-UA" sz="1050" dirty="0"/>
              <a:t> = </a:t>
            </a:r>
            <a:r>
              <a:rPr lang="uk-UA" sz="1050" dirty="0" err="1"/>
              <a:t>await</a:t>
            </a:r>
            <a:r>
              <a:rPr lang="uk-UA" sz="1050" dirty="0"/>
              <a:t> </a:t>
            </a:r>
            <a:r>
              <a:rPr lang="uk-UA" sz="1050" dirty="0" err="1"/>
              <a:t>res.json</a:t>
            </a:r>
            <a:r>
              <a:rPr lang="uk-UA" sz="1050" dirty="0"/>
              <a:t>();</a:t>
            </a:r>
          </a:p>
          <a:p>
            <a:r>
              <a:rPr lang="uk-UA" sz="1050" dirty="0"/>
              <a:t>  </a:t>
            </a:r>
            <a:r>
              <a:rPr lang="uk-UA" sz="1050" dirty="0" err="1"/>
              <a:t>return</a:t>
            </a:r>
            <a:r>
              <a:rPr lang="uk-UA" sz="1050" dirty="0"/>
              <a:t> </a:t>
            </a:r>
            <a:r>
              <a:rPr lang="uk-UA" sz="1050" dirty="0" err="1"/>
              <a:t>pickBestPixabayHit</a:t>
            </a:r>
            <a:r>
              <a:rPr lang="uk-UA" sz="1050" dirty="0"/>
              <a:t>(</a:t>
            </a:r>
            <a:r>
              <a:rPr lang="uk-UA" sz="1050" dirty="0" err="1"/>
              <a:t>data.hits</a:t>
            </a:r>
            <a:r>
              <a:rPr lang="uk-UA" sz="1050" dirty="0"/>
              <a:t> ?? [], </a:t>
            </a:r>
            <a:r>
              <a:rPr lang="uk-UA" sz="1050" dirty="0" err="1"/>
              <a:t>queryWords</a:t>
            </a:r>
            <a:r>
              <a:rPr lang="uk-UA" sz="1050" dirty="0"/>
              <a:t>, </a:t>
            </a:r>
            <a:r>
              <a:rPr lang="uk-UA" sz="1050" dirty="0" err="1"/>
              <a:t>category</a:t>
            </a:r>
            <a:r>
              <a:rPr lang="uk-UA" sz="1050" dirty="0"/>
              <a:t>);</a:t>
            </a:r>
          </a:p>
          <a:p>
            <a:r>
              <a:rPr lang="uk-UA" sz="1050" dirty="0"/>
              <a:t>}</a:t>
            </a:r>
          </a:p>
        </p:txBody>
      </p:sp>
      <p:pic>
        <p:nvPicPr>
          <p:cNvPr id="6" name="Рисунок 5">
            <a:extLst>
              <a:ext uri="{FF2B5EF4-FFF2-40B4-BE49-F238E27FC236}">
                <a16:creationId xmlns:a16="http://schemas.microsoft.com/office/drawing/2014/main" id="{D1446A77-F959-6E5A-35DE-09E7AAB494C0}"/>
              </a:ext>
            </a:extLst>
          </p:cNvPr>
          <p:cNvPicPr>
            <a:picLocks noChangeAspect="1"/>
          </p:cNvPicPr>
          <p:nvPr/>
        </p:nvPicPr>
        <p:blipFill>
          <a:blip r:embed="rId4"/>
          <a:stretch>
            <a:fillRect/>
          </a:stretch>
        </p:blipFill>
        <p:spPr>
          <a:xfrm>
            <a:off x="4733846" y="550765"/>
            <a:ext cx="1877009" cy="3334048"/>
          </a:xfrm>
          <a:prstGeom prst="rect">
            <a:avLst/>
          </a:prstGeom>
        </p:spPr>
      </p:pic>
      <p:pic>
        <p:nvPicPr>
          <p:cNvPr id="8" name="Рисунок 7">
            <a:extLst>
              <a:ext uri="{FF2B5EF4-FFF2-40B4-BE49-F238E27FC236}">
                <a16:creationId xmlns:a16="http://schemas.microsoft.com/office/drawing/2014/main" id="{F5C0A6F6-24EF-F0A2-3258-1107F11597B3}"/>
              </a:ext>
            </a:extLst>
          </p:cNvPr>
          <p:cNvPicPr>
            <a:picLocks noChangeAspect="1"/>
          </p:cNvPicPr>
          <p:nvPr/>
        </p:nvPicPr>
        <p:blipFill>
          <a:blip r:embed="rId5"/>
          <a:stretch>
            <a:fillRect/>
          </a:stretch>
        </p:blipFill>
        <p:spPr>
          <a:xfrm>
            <a:off x="6791403" y="1586310"/>
            <a:ext cx="1877009" cy="3327816"/>
          </a:xfrm>
          <a:prstGeom prst="rect">
            <a:avLst/>
          </a:prstGeom>
        </p:spPr>
      </p:pic>
      <p:pic>
        <p:nvPicPr>
          <p:cNvPr id="9" name="Графіка 8" descr="Back outline">
            <a:extLst>
              <a:ext uri="{FF2B5EF4-FFF2-40B4-BE49-F238E27FC236}">
                <a16:creationId xmlns:a16="http://schemas.microsoft.com/office/drawing/2014/main" id="{465DC9C4-8146-2693-27F4-87254BCCD16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4480788" flipH="1">
            <a:off x="6093288" y="3424781"/>
            <a:ext cx="1501873" cy="914400"/>
          </a:xfrm>
          <a:prstGeom prst="rect">
            <a:avLst/>
          </a:prstGeom>
        </p:spPr>
      </p:pic>
    </p:spTree>
    <p:extLst>
      <p:ext uri="{BB962C8B-B14F-4D97-AF65-F5344CB8AC3E}">
        <p14:creationId xmlns:p14="http://schemas.microsoft.com/office/powerpoint/2010/main" val="2130503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AA56DD25-43B3-DBFC-3A93-43E1A6CF7CDE}"/>
            </a:ext>
          </a:extLst>
        </p:cNvPr>
        <p:cNvGrpSpPr/>
        <p:nvPr/>
      </p:nvGrpSpPr>
      <p:grpSpPr>
        <a:xfrm>
          <a:off x="0" y="0"/>
          <a:ext cx="0" cy="0"/>
          <a:chOff x="0" y="0"/>
          <a:chExt cx="0" cy="0"/>
        </a:xfrm>
      </p:grpSpPr>
      <p:sp>
        <p:nvSpPr>
          <p:cNvPr id="127" name="Google Shape;127;p22">
            <a:extLst>
              <a:ext uri="{FF2B5EF4-FFF2-40B4-BE49-F238E27FC236}">
                <a16:creationId xmlns:a16="http://schemas.microsoft.com/office/drawing/2014/main" id="{8FBDCABC-059E-5029-E3F5-4646BCABEB25}"/>
              </a:ext>
            </a:extLst>
          </p:cNvPr>
          <p:cNvSpPr txBox="1">
            <a:spLocks noGrp="1"/>
          </p:cNvSpPr>
          <p:nvPr>
            <p:ph type="title"/>
          </p:nvPr>
        </p:nvSpPr>
        <p:spPr>
          <a:xfrm>
            <a:off x="268925" y="-143620"/>
            <a:ext cx="8520600" cy="831300"/>
          </a:xfrm>
          <a:prstGeom prst="rect">
            <a:avLst/>
          </a:prstGeom>
        </p:spPr>
        <p:txBody>
          <a:bodyPr spcFirstLastPara="1" wrap="square" lIns="91425" tIns="91425" rIns="91425" bIns="91425" anchor="b" anchorCtr="0">
            <a:normAutofit/>
          </a:bodyPr>
          <a:lstStyle/>
          <a:p>
            <a:pPr lvl="0" algn="ctr"/>
            <a:r>
              <a:rPr lang="uk-UA" sz="3200" dirty="0"/>
              <a:t>Авторизація і додатковий функціонал</a:t>
            </a:r>
            <a:endParaRPr sz="3200" dirty="0"/>
          </a:p>
        </p:txBody>
      </p:sp>
      <p:pic>
        <p:nvPicPr>
          <p:cNvPr id="129" name="Google Shape;129;p22">
            <a:extLst>
              <a:ext uri="{FF2B5EF4-FFF2-40B4-BE49-F238E27FC236}">
                <a16:creationId xmlns:a16="http://schemas.microsoft.com/office/drawing/2014/main" id="{C0363005-13E0-C5B6-49FD-E285E961B25B}"/>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D0008EB0-F72A-271B-42B7-63847FFC02E4}"/>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12</a:t>
            </a:fld>
            <a:endParaRPr lang="uk-UA" dirty="0"/>
          </a:p>
        </p:txBody>
      </p:sp>
      <p:pic>
        <p:nvPicPr>
          <p:cNvPr id="6" name="Рисунок 5">
            <a:extLst>
              <a:ext uri="{FF2B5EF4-FFF2-40B4-BE49-F238E27FC236}">
                <a16:creationId xmlns:a16="http://schemas.microsoft.com/office/drawing/2014/main" id="{8D10EE8F-7A20-D24B-2E18-D2B030564F2D}"/>
              </a:ext>
            </a:extLst>
          </p:cNvPr>
          <p:cNvPicPr>
            <a:picLocks noChangeAspect="1"/>
          </p:cNvPicPr>
          <p:nvPr/>
        </p:nvPicPr>
        <p:blipFill>
          <a:blip r:embed="rId4"/>
          <a:stretch>
            <a:fillRect/>
          </a:stretch>
        </p:blipFill>
        <p:spPr>
          <a:xfrm>
            <a:off x="142669" y="687680"/>
            <a:ext cx="2773968" cy="2319680"/>
          </a:xfrm>
          <a:prstGeom prst="rect">
            <a:avLst/>
          </a:prstGeom>
        </p:spPr>
      </p:pic>
      <p:pic>
        <p:nvPicPr>
          <p:cNvPr id="8" name="Рисунок 7">
            <a:extLst>
              <a:ext uri="{FF2B5EF4-FFF2-40B4-BE49-F238E27FC236}">
                <a16:creationId xmlns:a16="http://schemas.microsoft.com/office/drawing/2014/main" id="{48D25523-29B1-C364-2A9E-1469BD53C722}"/>
              </a:ext>
            </a:extLst>
          </p:cNvPr>
          <p:cNvPicPr>
            <a:picLocks noChangeAspect="1"/>
          </p:cNvPicPr>
          <p:nvPr/>
        </p:nvPicPr>
        <p:blipFill>
          <a:blip r:embed="rId5"/>
          <a:srcRect r="59445" b="24033"/>
          <a:stretch>
            <a:fillRect/>
          </a:stretch>
        </p:blipFill>
        <p:spPr>
          <a:xfrm>
            <a:off x="2092614" y="3188012"/>
            <a:ext cx="2423131" cy="1726114"/>
          </a:xfrm>
          <a:prstGeom prst="rect">
            <a:avLst/>
          </a:prstGeom>
        </p:spPr>
      </p:pic>
      <p:pic>
        <p:nvPicPr>
          <p:cNvPr id="10" name="Рисунок 9">
            <a:extLst>
              <a:ext uri="{FF2B5EF4-FFF2-40B4-BE49-F238E27FC236}">
                <a16:creationId xmlns:a16="http://schemas.microsoft.com/office/drawing/2014/main" id="{C3BF2A98-F367-D121-E099-0059917DF4C7}"/>
              </a:ext>
            </a:extLst>
          </p:cNvPr>
          <p:cNvPicPr>
            <a:picLocks noChangeAspect="1"/>
          </p:cNvPicPr>
          <p:nvPr/>
        </p:nvPicPr>
        <p:blipFill>
          <a:blip r:embed="rId6"/>
          <a:stretch>
            <a:fillRect/>
          </a:stretch>
        </p:blipFill>
        <p:spPr>
          <a:xfrm>
            <a:off x="3584345" y="771822"/>
            <a:ext cx="2758396" cy="2054886"/>
          </a:xfrm>
          <a:prstGeom prst="rect">
            <a:avLst/>
          </a:prstGeom>
        </p:spPr>
      </p:pic>
      <p:pic>
        <p:nvPicPr>
          <p:cNvPr id="12" name="Рисунок 11">
            <a:extLst>
              <a:ext uri="{FF2B5EF4-FFF2-40B4-BE49-F238E27FC236}">
                <a16:creationId xmlns:a16="http://schemas.microsoft.com/office/drawing/2014/main" id="{0836DF83-056E-F17E-AF42-8A37BF183592}"/>
              </a:ext>
            </a:extLst>
          </p:cNvPr>
          <p:cNvPicPr>
            <a:picLocks noChangeAspect="1"/>
          </p:cNvPicPr>
          <p:nvPr/>
        </p:nvPicPr>
        <p:blipFill>
          <a:blip r:embed="rId7"/>
          <a:srcRect l="13200" t="23827" r="16313"/>
          <a:stretch>
            <a:fillRect/>
          </a:stretch>
        </p:blipFill>
        <p:spPr>
          <a:xfrm>
            <a:off x="5731332" y="2910850"/>
            <a:ext cx="2895600" cy="1799106"/>
          </a:xfrm>
          <a:prstGeom prst="rect">
            <a:avLst/>
          </a:prstGeom>
        </p:spPr>
      </p:pic>
      <p:pic>
        <p:nvPicPr>
          <p:cNvPr id="13" name="Графіка 12" descr="Back outline">
            <a:extLst>
              <a:ext uri="{FF2B5EF4-FFF2-40B4-BE49-F238E27FC236}">
                <a16:creationId xmlns:a16="http://schemas.microsoft.com/office/drawing/2014/main" id="{7362DE28-AC8B-D36F-9992-1BACB07814F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1803157">
            <a:off x="1243376" y="3166130"/>
            <a:ext cx="914400" cy="914400"/>
          </a:xfrm>
          <a:prstGeom prst="rect">
            <a:avLst/>
          </a:prstGeom>
        </p:spPr>
      </p:pic>
      <p:pic>
        <p:nvPicPr>
          <p:cNvPr id="14" name="Графіка 13" descr="Back outline">
            <a:extLst>
              <a:ext uri="{FF2B5EF4-FFF2-40B4-BE49-F238E27FC236}">
                <a16:creationId xmlns:a16="http://schemas.microsoft.com/office/drawing/2014/main" id="{74A2E723-8DB3-F20F-2B41-05FC2474CA8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5073959">
            <a:off x="4237519" y="2867950"/>
            <a:ext cx="914400" cy="914400"/>
          </a:xfrm>
          <a:prstGeom prst="rect">
            <a:avLst/>
          </a:prstGeom>
        </p:spPr>
      </p:pic>
      <p:pic>
        <p:nvPicPr>
          <p:cNvPr id="18" name="Графіка 17" descr="Back outline">
            <a:extLst>
              <a:ext uri="{FF2B5EF4-FFF2-40B4-BE49-F238E27FC236}">
                <a16:creationId xmlns:a16="http://schemas.microsoft.com/office/drawing/2014/main" id="{CC2131D2-1855-A85E-6E3A-A7799DE4E72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4480788" flipH="1">
            <a:off x="6528451" y="1816919"/>
            <a:ext cx="914400" cy="914400"/>
          </a:xfrm>
          <a:prstGeom prst="rect">
            <a:avLst/>
          </a:prstGeom>
        </p:spPr>
      </p:pic>
    </p:spTree>
    <p:extLst>
      <p:ext uri="{BB962C8B-B14F-4D97-AF65-F5344CB8AC3E}">
        <p14:creationId xmlns:p14="http://schemas.microsoft.com/office/powerpoint/2010/main" val="610825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B99A3B5D-F2F7-D5B6-A1CB-B9C92907C072}"/>
            </a:ext>
          </a:extLst>
        </p:cNvPr>
        <p:cNvGrpSpPr/>
        <p:nvPr/>
      </p:nvGrpSpPr>
      <p:grpSpPr>
        <a:xfrm>
          <a:off x="0" y="0"/>
          <a:ext cx="0" cy="0"/>
          <a:chOff x="0" y="0"/>
          <a:chExt cx="0" cy="0"/>
        </a:xfrm>
      </p:grpSpPr>
      <p:sp>
        <p:nvSpPr>
          <p:cNvPr id="127" name="Google Shape;127;p22">
            <a:extLst>
              <a:ext uri="{FF2B5EF4-FFF2-40B4-BE49-F238E27FC236}">
                <a16:creationId xmlns:a16="http://schemas.microsoft.com/office/drawing/2014/main" id="{F5A8218D-6CE8-D241-7F7D-FD22F081F539}"/>
              </a:ext>
            </a:extLst>
          </p:cNvPr>
          <p:cNvSpPr txBox="1">
            <a:spLocks noGrp="1"/>
          </p:cNvSpPr>
          <p:nvPr>
            <p:ph type="title"/>
          </p:nvPr>
        </p:nvSpPr>
        <p:spPr>
          <a:xfrm>
            <a:off x="268925" y="-143620"/>
            <a:ext cx="8520600" cy="831300"/>
          </a:xfrm>
          <a:prstGeom prst="rect">
            <a:avLst/>
          </a:prstGeom>
        </p:spPr>
        <p:txBody>
          <a:bodyPr spcFirstLastPara="1" wrap="square" lIns="91425" tIns="91425" rIns="91425" bIns="91425" anchor="b" anchorCtr="0">
            <a:normAutofit/>
          </a:bodyPr>
          <a:lstStyle/>
          <a:p>
            <a:pPr lvl="0" algn="ctr"/>
            <a:r>
              <a:rPr lang="uk-UA" sz="3200" dirty="0"/>
              <a:t>Оцінки та відгуки на дошку</a:t>
            </a:r>
            <a:endParaRPr sz="3200" dirty="0"/>
          </a:p>
        </p:txBody>
      </p:sp>
      <p:pic>
        <p:nvPicPr>
          <p:cNvPr id="129" name="Google Shape;129;p22">
            <a:extLst>
              <a:ext uri="{FF2B5EF4-FFF2-40B4-BE49-F238E27FC236}">
                <a16:creationId xmlns:a16="http://schemas.microsoft.com/office/drawing/2014/main" id="{EDDB14A2-5273-A797-D2B0-4AE08548CADD}"/>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6B09A40E-084F-E868-A5BA-5F6ECD2DB995}"/>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13</a:t>
            </a:fld>
            <a:endParaRPr lang="uk-UA" dirty="0"/>
          </a:p>
        </p:txBody>
      </p:sp>
      <p:pic>
        <p:nvPicPr>
          <p:cNvPr id="4" name="Рисунок 3">
            <a:extLst>
              <a:ext uri="{FF2B5EF4-FFF2-40B4-BE49-F238E27FC236}">
                <a16:creationId xmlns:a16="http://schemas.microsoft.com/office/drawing/2014/main" id="{0EADBB13-9215-85B5-9E51-21DA53519725}"/>
              </a:ext>
            </a:extLst>
          </p:cNvPr>
          <p:cNvPicPr>
            <a:picLocks noChangeAspect="1"/>
          </p:cNvPicPr>
          <p:nvPr/>
        </p:nvPicPr>
        <p:blipFill>
          <a:blip r:embed="rId4"/>
          <a:stretch>
            <a:fillRect/>
          </a:stretch>
        </p:blipFill>
        <p:spPr>
          <a:xfrm>
            <a:off x="268925" y="873882"/>
            <a:ext cx="2479165" cy="1645867"/>
          </a:xfrm>
          <a:prstGeom prst="rect">
            <a:avLst/>
          </a:prstGeom>
        </p:spPr>
      </p:pic>
      <p:pic>
        <p:nvPicPr>
          <p:cNvPr id="6" name="Рисунок 5">
            <a:extLst>
              <a:ext uri="{FF2B5EF4-FFF2-40B4-BE49-F238E27FC236}">
                <a16:creationId xmlns:a16="http://schemas.microsoft.com/office/drawing/2014/main" id="{9E83C4D2-9CC3-D1A7-16A6-F98F328EF0F2}"/>
              </a:ext>
            </a:extLst>
          </p:cNvPr>
          <p:cNvPicPr>
            <a:picLocks noChangeAspect="1"/>
          </p:cNvPicPr>
          <p:nvPr/>
        </p:nvPicPr>
        <p:blipFill>
          <a:blip r:embed="rId5"/>
          <a:stretch>
            <a:fillRect/>
          </a:stretch>
        </p:blipFill>
        <p:spPr>
          <a:xfrm>
            <a:off x="1340758" y="2724585"/>
            <a:ext cx="3395534" cy="2035652"/>
          </a:xfrm>
          <a:prstGeom prst="rect">
            <a:avLst/>
          </a:prstGeom>
        </p:spPr>
      </p:pic>
      <p:pic>
        <p:nvPicPr>
          <p:cNvPr id="8" name="Рисунок 7">
            <a:extLst>
              <a:ext uri="{FF2B5EF4-FFF2-40B4-BE49-F238E27FC236}">
                <a16:creationId xmlns:a16="http://schemas.microsoft.com/office/drawing/2014/main" id="{B2AE8C87-455C-80F5-96AA-91A4073742F5}"/>
              </a:ext>
            </a:extLst>
          </p:cNvPr>
          <p:cNvPicPr>
            <a:picLocks noChangeAspect="1"/>
          </p:cNvPicPr>
          <p:nvPr/>
        </p:nvPicPr>
        <p:blipFill>
          <a:blip r:embed="rId6"/>
          <a:stretch>
            <a:fillRect/>
          </a:stretch>
        </p:blipFill>
        <p:spPr>
          <a:xfrm>
            <a:off x="4736292" y="678990"/>
            <a:ext cx="2848535" cy="2035652"/>
          </a:xfrm>
          <a:prstGeom prst="rect">
            <a:avLst/>
          </a:prstGeom>
        </p:spPr>
      </p:pic>
      <p:pic>
        <p:nvPicPr>
          <p:cNvPr id="10" name="Рисунок 9">
            <a:extLst>
              <a:ext uri="{FF2B5EF4-FFF2-40B4-BE49-F238E27FC236}">
                <a16:creationId xmlns:a16="http://schemas.microsoft.com/office/drawing/2014/main" id="{BF80A900-EE1F-26B7-3FFD-1CD355D302F8}"/>
              </a:ext>
            </a:extLst>
          </p:cNvPr>
          <p:cNvPicPr>
            <a:picLocks noChangeAspect="1"/>
          </p:cNvPicPr>
          <p:nvPr/>
        </p:nvPicPr>
        <p:blipFill>
          <a:blip r:embed="rId7"/>
          <a:stretch>
            <a:fillRect/>
          </a:stretch>
        </p:blipFill>
        <p:spPr>
          <a:xfrm>
            <a:off x="6561024" y="2756851"/>
            <a:ext cx="2501268" cy="1663343"/>
          </a:xfrm>
          <a:prstGeom prst="rect">
            <a:avLst/>
          </a:prstGeom>
        </p:spPr>
      </p:pic>
      <p:pic>
        <p:nvPicPr>
          <p:cNvPr id="11" name="Графіка 10" descr="Back outline">
            <a:extLst>
              <a:ext uri="{FF2B5EF4-FFF2-40B4-BE49-F238E27FC236}">
                <a16:creationId xmlns:a16="http://schemas.microsoft.com/office/drawing/2014/main" id="{72E3AFFC-C95E-DA12-5916-2BA9B38D12B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4826829" flipH="1">
            <a:off x="7654363" y="1349611"/>
            <a:ext cx="914400" cy="914400"/>
          </a:xfrm>
          <a:prstGeom prst="rect">
            <a:avLst/>
          </a:prstGeom>
        </p:spPr>
      </p:pic>
      <p:pic>
        <p:nvPicPr>
          <p:cNvPr id="12" name="Графіка 11" descr="Back outline">
            <a:extLst>
              <a:ext uri="{FF2B5EF4-FFF2-40B4-BE49-F238E27FC236}">
                <a16:creationId xmlns:a16="http://schemas.microsoft.com/office/drawing/2014/main" id="{654E64AF-8488-AD98-58CE-96083E2E8C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1803157">
            <a:off x="314158" y="2758527"/>
            <a:ext cx="914400" cy="914400"/>
          </a:xfrm>
          <a:prstGeom prst="rect">
            <a:avLst/>
          </a:prstGeom>
        </p:spPr>
      </p:pic>
      <p:pic>
        <p:nvPicPr>
          <p:cNvPr id="13" name="Графіка 12" descr="Back outline">
            <a:extLst>
              <a:ext uri="{FF2B5EF4-FFF2-40B4-BE49-F238E27FC236}">
                <a16:creationId xmlns:a16="http://schemas.microsoft.com/office/drawing/2014/main" id="{554130CD-04F2-7E51-FD04-90C777BB870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9753573" flipH="1">
            <a:off x="3719300" y="1583192"/>
            <a:ext cx="914400" cy="914400"/>
          </a:xfrm>
          <a:prstGeom prst="rect">
            <a:avLst/>
          </a:prstGeom>
        </p:spPr>
      </p:pic>
    </p:spTree>
    <p:extLst>
      <p:ext uri="{BB962C8B-B14F-4D97-AF65-F5344CB8AC3E}">
        <p14:creationId xmlns:p14="http://schemas.microsoft.com/office/powerpoint/2010/main" val="2203647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7E833BAA-CE50-F7C5-B74D-B9F123A7EA1D}"/>
            </a:ext>
          </a:extLst>
        </p:cNvPr>
        <p:cNvGrpSpPr/>
        <p:nvPr/>
      </p:nvGrpSpPr>
      <p:grpSpPr>
        <a:xfrm>
          <a:off x="0" y="0"/>
          <a:ext cx="0" cy="0"/>
          <a:chOff x="0" y="0"/>
          <a:chExt cx="0" cy="0"/>
        </a:xfrm>
      </p:grpSpPr>
      <p:sp>
        <p:nvSpPr>
          <p:cNvPr id="127" name="Google Shape;127;p22">
            <a:extLst>
              <a:ext uri="{FF2B5EF4-FFF2-40B4-BE49-F238E27FC236}">
                <a16:creationId xmlns:a16="http://schemas.microsoft.com/office/drawing/2014/main" id="{586406C7-4749-6B74-B52A-96CDBCC6BB63}"/>
              </a:ext>
            </a:extLst>
          </p:cNvPr>
          <p:cNvSpPr txBox="1">
            <a:spLocks noGrp="1"/>
          </p:cNvSpPr>
          <p:nvPr>
            <p:ph type="title"/>
          </p:nvPr>
        </p:nvSpPr>
        <p:spPr>
          <a:xfrm>
            <a:off x="311700" y="-192096"/>
            <a:ext cx="8520600" cy="831300"/>
          </a:xfrm>
          <a:prstGeom prst="rect">
            <a:avLst/>
          </a:prstGeom>
        </p:spPr>
        <p:txBody>
          <a:bodyPr spcFirstLastPara="1" wrap="square" lIns="91425" tIns="91425" rIns="91425" bIns="91425" anchor="b" anchorCtr="0">
            <a:normAutofit/>
          </a:bodyPr>
          <a:lstStyle/>
          <a:p>
            <a:pPr lvl="0" algn="ctr"/>
            <a:r>
              <a:rPr lang="uk-UA" sz="3200" dirty="0"/>
              <a:t>Адміністративна панель</a:t>
            </a:r>
            <a:endParaRPr sz="3200" dirty="0"/>
          </a:p>
        </p:txBody>
      </p:sp>
      <p:pic>
        <p:nvPicPr>
          <p:cNvPr id="129" name="Google Shape;129;p22">
            <a:extLst>
              <a:ext uri="{FF2B5EF4-FFF2-40B4-BE49-F238E27FC236}">
                <a16:creationId xmlns:a16="http://schemas.microsoft.com/office/drawing/2014/main" id="{57C016A9-137F-D91E-8D99-99836C9678F3}"/>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852E89C5-D15D-9C17-789E-F3F041F8BD87}"/>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14</a:t>
            </a:fld>
            <a:endParaRPr lang="uk-UA" dirty="0"/>
          </a:p>
        </p:txBody>
      </p:sp>
      <p:pic>
        <p:nvPicPr>
          <p:cNvPr id="5" name="Рисунок 4">
            <a:extLst>
              <a:ext uri="{FF2B5EF4-FFF2-40B4-BE49-F238E27FC236}">
                <a16:creationId xmlns:a16="http://schemas.microsoft.com/office/drawing/2014/main" id="{38E840FA-00FB-E742-4EA4-43397FEF4CBB}"/>
              </a:ext>
            </a:extLst>
          </p:cNvPr>
          <p:cNvPicPr>
            <a:picLocks noChangeAspect="1"/>
          </p:cNvPicPr>
          <p:nvPr/>
        </p:nvPicPr>
        <p:blipFill>
          <a:blip r:embed="rId4"/>
          <a:stretch>
            <a:fillRect/>
          </a:stretch>
        </p:blipFill>
        <p:spPr>
          <a:xfrm>
            <a:off x="150640" y="687680"/>
            <a:ext cx="2153091" cy="2939440"/>
          </a:xfrm>
          <a:prstGeom prst="rect">
            <a:avLst/>
          </a:prstGeom>
        </p:spPr>
      </p:pic>
      <p:pic>
        <p:nvPicPr>
          <p:cNvPr id="9" name="Рисунок 8">
            <a:extLst>
              <a:ext uri="{FF2B5EF4-FFF2-40B4-BE49-F238E27FC236}">
                <a16:creationId xmlns:a16="http://schemas.microsoft.com/office/drawing/2014/main" id="{60233298-7B99-B41E-1FCF-F328DCF0E8B7}"/>
              </a:ext>
            </a:extLst>
          </p:cNvPr>
          <p:cNvPicPr>
            <a:picLocks noChangeAspect="1"/>
          </p:cNvPicPr>
          <p:nvPr/>
        </p:nvPicPr>
        <p:blipFill>
          <a:blip r:embed="rId5"/>
          <a:stretch>
            <a:fillRect/>
          </a:stretch>
        </p:blipFill>
        <p:spPr>
          <a:xfrm>
            <a:off x="2491940" y="1801747"/>
            <a:ext cx="2149906" cy="2939440"/>
          </a:xfrm>
          <a:prstGeom prst="rect">
            <a:avLst/>
          </a:prstGeom>
        </p:spPr>
      </p:pic>
      <p:pic>
        <p:nvPicPr>
          <p:cNvPr id="12" name="Рисунок 11">
            <a:extLst>
              <a:ext uri="{FF2B5EF4-FFF2-40B4-BE49-F238E27FC236}">
                <a16:creationId xmlns:a16="http://schemas.microsoft.com/office/drawing/2014/main" id="{3FD37366-AA18-1DC3-5053-A513845A2CDA}"/>
              </a:ext>
            </a:extLst>
          </p:cNvPr>
          <p:cNvPicPr>
            <a:picLocks noChangeAspect="1"/>
          </p:cNvPicPr>
          <p:nvPr/>
        </p:nvPicPr>
        <p:blipFill>
          <a:blip r:embed="rId6"/>
          <a:srcRect l="5534" t="5864" r="8747" b="8417"/>
          <a:stretch>
            <a:fillRect/>
          </a:stretch>
        </p:blipFill>
        <p:spPr>
          <a:xfrm>
            <a:off x="4791116" y="590728"/>
            <a:ext cx="1962089" cy="2624912"/>
          </a:xfrm>
          <a:prstGeom prst="rect">
            <a:avLst/>
          </a:prstGeom>
        </p:spPr>
      </p:pic>
      <p:pic>
        <p:nvPicPr>
          <p:cNvPr id="14" name="Рисунок 13">
            <a:extLst>
              <a:ext uri="{FF2B5EF4-FFF2-40B4-BE49-F238E27FC236}">
                <a16:creationId xmlns:a16="http://schemas.microsoft.com/office/drawing/2014/main" id="{AF673D4E-9A99-C6FD-170E-4A2A7414D2CD}"/>
              </a:ext>
            </a:extLst>
          </p:cNvPr>
          <p:cNvPicPr>
            <a:picLocks noChangeAspect="1"/>
          </p:cNvPicPr>
          <p:nvPr/>
        </p:nvPicPr>
        <p:blipFill>
          <a:blip r:embed="rId7"/>
          <a:stretch>
            <a:fillRect/>
          </a:stretch>
        </p:blipFill>
        <p:spPr>
          <a:xfrm>
            <a:off x="6902475" y="1574774"/>
            <a:ext cx="2159817" cy="2939440"/>
          </a:xfrm>
          <a:prstGeom prst="rect">
            <a:avLst/>
          </a:prstGeom>
        </p:spPr>
      </p:pic>
      <p:pic>
        <p:nvPicPr>
          <p:cNvPr id="15" name="Графіка 14" descr="Back outline">
            <a:extLst>
              <a:ext uri="{FF2B5EF4-FFF2-40B4-BE49-F238E27FC236}">
                <a16:creationId xmlns:a16="http://schemas.microsoft.com/office/drawing/2014/main" id="{66BDE8A4-E3E9-09FD-CB6A-C3744501D34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1803157">
            <a:off x="1642765" y="3623773"/>
            <a:ext cx="914400" cy="914400"/>
          </a:xfrm>
          <a:prstGeom prst="rect">
            <a:avLst/>
          </a:prstGeom>
        </p:spPr>
      </p:pic>
      <p:pic>
        <p:nvPicPr>
          <p:cNvPr id="16" name="Графіка 15" descr="Back outline">
            <a:extLst>
              <a:ext uri="{FF2B5EF4-FFF2-40B4-BE49-F238E27FC236}">
                <a16:creationId xmlns:a16="http://schemas.microsoft.com/office/drawing/2014/main" id="{4DC8738B-569C-5B8C-F455-3A3FFD639D9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9796843" flipV="1">
            <a:off x="3895685" y="799881"/>
            <a:ext cx="914400" cy="914400"/>
          </a:xfrm>
          <a:prstGeom prst="rect">
            <a:avLst/>
          </a:prstGeom>
        </p:spPr>
      </p:pic>
      <p:pic>
        <p:nvPicPr>
          <p:cNvPr id="17" name="Графіка 16" descr="Back outline">
            <a:extLst>
              <a:ext uri="{FF2B5EF4-FFF2-40B4-BE49-F238E27FC236}">
                <a16:creationId xmlns:a16="http://schemas.microsoft.com/office/drawing/2014/main" id="{2BE215C2-8521-3506-0365-454B5379EA7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1803157">
            <a:off x="6059401" y="3273254"/>
            <a:ext cx="914400" cy="914400"/>
          </a:xfrm>
          <a:prstGeom prst="rect">
            <a:avLst/>
          </a:prstGeom>
        </p:spPr>
      </p:pic>
    </p:spTree>
    <p:extLst>
      <p:ext uri="{BB962C8B-B14F-4D97-AF65-F5344CB8AC3E}">
        <p14:creationId xmlns:p14="http://schemas.microsoft.com/office/powerpoint/2010/main" val="1438164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0FFF021E-1B79-1CD5-7C42-51433BFD01AB}"/>
            </a:ext>
          </a:extLst>
        </p:cNvPr>
        <p:cNvGrpSpPr/>
        <p:nvPr/>
      </p:nvGrpSpPr>
      <p:grpSpPr>
        <a:xfrm>
          <a:off x="0" y="0"/>
          <a:ext cx="0" cy="0"/>
          <a:chOff x="0" y="0"/>
          <a:chExt cx="0" cy="0"/>
        </a:xfrm>
      </p:grpSpPr>
      <p:sp>
        <p:nvSpPr>
          <p:cNvPr id="127" name="Google Shape;127;p22">
            <a:extLst>
              <a:ext uri="{FF2B5EF4-FFF2-40B4-BE49-F238E27FC236}">
                <a16:creationId xmlns:a16="http://schemas.microsoft.com/office/drawing/2014/main" id="{77F878E7-9A83-AC8B-86B2-1A635BA19C13}"/>
              </a:ext>
            </a:extLst>
          </p:cNvPr>
          <p:cNvSpPr txBox="1">
            <a:spLocks noGrp="1"/>
          </p:cNvSpPr>
          <p:nvPr>
            <p:ph type="title"/>
          </p:nvPr>
        </p:nvSpPr>
        <p:spPr>
          <a:xfrm>
            <a:off x="268925" y="-143620"/>
            <a:ext cx="8520600" cy="831300"/>
          </a:xfrm>
          <a:prstGeom prst="rect">
            <a:avLst/>
          </a:prstGeom>
        </p:spPr>
        <p:txBody>
          <a:bodyPr spcFirstLastPara="1" wrap="square" lIns="91425" tIns="91425" rIns="91425" bIns="91425" anchor="b" anchorCtr="0">
            <a:normAutofit/>
          </a:bodyPr>
          <a:lstStyle/>
          <a:p>
            <a:pPr lvl="0" algn="ctr"/>
            <a:r>
              <a:rPr lang="uk-UA" sz="3200" dirty="0"/>
              <a:t>Імпорт</a:t>
            </a:r>
            <a:endParaRPr sz="3200" dirty="0"/>
          </a:p>
        </p:txBody>
      </p:sp>
      <p:pic>
        <p:nvPicPr>
          <p:cNvPr id="129" name="Google Shape;129;p22">
            <a:extLst>
              <a:ext uri="{FF2B5EF4-FFF2-40B4-BE49-F238E27FC236}">
                <a16:creationId xmlns:a16="http://schemas.microsoft.com/office/drawing/2014/main" id="{01C3312E-E96C-FD57-6842-26BA47448720}"/>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7349AA2D-E34D-FB7B-050A-F0521430D05E}"/>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15</a:t>
            </a:fld>
            <a:endParaRPr lang="uk-UA" dirty="0"/>
          </a:p>
        </p:txBody>
      </p:sp>
      <p:pic>
        <p:nvPicPr>
          <p:cNvPr id="4" name="Рисунок 3">
            <a:extLst>
              <a:ext uri="{FF2B5EF4-FFF2-40B4-BE49-F238E27FC236}">
                <a16:creationId xmlns:a16="http://schemas.microsoft.com/office/drawing/2014/main" id="{F50EA5BE-2EAE-FDA9-45F3-06A45FC898BF}"/>
              </a:ext>
            </a:extLst>
          </p:cNvPr>
          <p:cNvPicPr>
            <a:picLocks noChangeAspect="1"/>
          </p:cNvPicPr>
          <p:nvPr/>
        </p:nvPicPr>
        <p:blipFill>
          <a:blip r:embed="rId4"/>
          <a:stretch>
            <a:fillRect/>
          </a:stretch>
        </p:blipFill>
        <p:spPr>
          <a:xfrm>
            <a:off x="113830" y="481940"/>
            <a:ext cx="2202340" cy="3000400"/>
          </a:xfrm>
          <a:prstGeom prst="rect">
            <a:avLst/>
          </a:prstGeom>
        </p:spPr>
      </p:pic>
      <p:pic>
        <p:nvPicPr>
          <p:cNvPr id="6" name="Рисунок 5">
            <a:extLst>
              <a:ext uri="{FF2B5EF4-FFF2-40B4-BE49-F238E27FC236}">
                <a16:creationId xmlns:a16="http://schemas.microsoft.com/office/drawing/2014/main" id="{52FCEE28-275A-15DD-6A28-5D40ADDD1F77}"/>
              </a:ext>
            </a:extLst>
          </p:cNvPr>
          <p:cNvPicPr>
            <a:picLocks noChangeAspect="1"/>
          </p:cNvPicPr>
          <p:nvPr/>
        </p:nvPicPr>
        <p:blipFill>
          <a:blip r:embed="rId5"/>
          <a:srcRect l="2350" t="2853" r="950" b="449"/>
          <a:stretch>
            <a:fillRect/>
          </a:stretch>
        </p:blipFill>
        <p:spPr>
          <a:xfrm>
            <a:off x="4572000" y="687680"/>
            <a:ext cx="1886600" cy="2590800"/>
          </a:xfrm>
          <a:prstGeom prst="rect">
            <a:avLst/>
          </a:prstGeom>
        </p:spPr>
      </p:pic>
      <p:pic>
        <p:nvPicPr>
          <p:cNvPr id="8" name="Рисунок 7">
            <a:extLst>
              <a:ext uri="{FF2B5EF4-FFF2-40B4-BE49-F238E27FC236}">
                <a16:creationId xmlns:a16="http://schemas.microsoft.com/office/drawing/2014/main" id="{64CE87C1-2F1F-E9F0-D47A-2A56397B4C62}"/>
              </a:ext>
            </a:extLst>
          </p:cNvPr>
          <p:cNvPicPr>
            <a:picLocks noChangeAspect="1"/>
          </p:cNvPicPr>
          <p:nvPr/>
        </p:nvPicPr>
        <p:blipFill>
          <a:blip r:embed="rId6"/>
          <a:srcRect l="1975" t="3211" r="1975" b="739"/>
          <a:stretch>
            <a:fillRect/>
          </a:stretch>
        </p:blipFill>
        <p:spPr>
          <a:xfrm>
            <a:off x="2403910" y="2144589"/>
            <a:ext cx="1982326" cy="2725697"/>
          </a:xfrm>
          <a:prstGeom prst="rect">
            <a:avLst/>
          </a:prstGeom>
        </p:spPr>
      </p:pic>
      <p:pic>
        <p:nvPicPr>
          <p:cNvPr id="10" name="Рисунок 9">
            <a:extLst>
              <a:ext uri="{FF2B5EF4-FFF2-40B4-BE49-F238E27FC236}">
                <a16:creationId xmlns:a16="http://schemas.microsoft.com/office/drawing/2014/main" id="{D30A073A-0278-1A7A-66A2-4860496E1359}"/>
              </a:ext>
            </a:extLst>
          </p:cNvPr>
          <p:cNvPicPr>
            <a:picLocks noChangeAspect="1"/>
          </p:cNvPicPr>
          <p:nvPr/>
        </p:nvPicPr>
        <p:blipFill>
          <a:blip r:embed="rId7"/>
          <a:srcRect l="1029" t="952" r="3076" b="3153"/>
          <a:stretch>
            <a:fillRect/>
          </a:stretch>
        </p:blipFill>
        <p:spPr>
          <a:xfrm>
            <a:off x="6740091" y="1097614"/>
            <a:ext cx="2290079" cy="3098800"/>
          </a:xfrm>
          <a:prstGeom prst="rect">
            <a:avLst/>
          </a:prstGeom>
        </p:spPr>
      </p:pic>
      <p:pic>
        <p:nvPicPr>
          <p:cNvPr id="11" name="Графіка 10" descr="Back outline">
            <a:extLst>
              <a:ext uri="{FF2B5EF4-FFF2-40B4-BE49-F238E27FC236}">
                <a16:creationId xmlns:a16="http://schemas.microsoft.com/office/drawing/2014/main" id="{8C1C0CC0-0090-0373-C334-D9D3CD0DF7B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9927668">
            <a:off x="2819664" y="855844"/>
            <a:ext cx="1360260" cy="914400"/>
          </a:xfrm>
          <a:prstGeom prst="rect">
            <a:avLst/>
          </a:prstGeom>
        </p:spPr>
      </p:pic>
      <p:pic>
        <p:nvPicPr>
          <p:cNvPr id="12" name="Графіка 11" descr="Back outline">
            <a:extLst>
              <a:ext uri="{FF2B5EF4-FFF2-40B4-BE49-F238E27FC236}">
                <a16:creationId xmlns:a16="http://schemas.microsoft.com/office/drawing/2014/main" id="{82A52835-E5B1-0067-1BC0-667C09F4CDC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3553862" flipV="1">
            <a:off x="2335507" y="1145263"/>
            <a:ext cx="1360260" cy="914400"/>
          </a:xfrm>
          <a:prstGeom prst="rect">
            <a:avLst/>
          </a:prstGeom>
        </p:spPr>
      </p:pic>
    </p:spTree>
    <p:extLst>
      <p:ext uri="{BB962C8B-B14F-4D97-AF65-F5344CB8AC3E}">
        <p14:creationId xmlns:p14="http://schemas.microsoft.com/office/powerpoint/2010/main" val="3111459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6F5B2DBF-4658-9F83-DFC0-4461F7212400}"/>
            </a:ext>
          </a:extLst>
        </p:cNvPr>
        <p:cNvGrpSpPr/>
        <p:nvPr/>
      </p:nvGrpSpPr>
      <p:grpSpPr>
        <a:xfrm>
          <a:off x="0" y="0"/>
          <a:ext cx="0" cy="0"/>
          <a:chOff x="0" y="0"/>
          <a:chExt cx="0" cy="0"/>
        </a:xfrm>
      </p:grpSpPr>
      <p:sp>
        <p:nvSpPr>
          <p:cNvPr id="127" name="Google Shape;127;p22">
            <a:extLst>
              <a:ext uri="{FF2B5EF4-FFF2-40B4-BE49-F238E27FC236}">
                <a16:creationId xmlns:a16="http://schemas.microsoft.com/office/drawing/2014/main" id="{203EC0C9-1355-6D6A-4F83-9760FC6B3C59}"/>
              </a:ext>
            </a:extLst>
          </p:cNvPr>
          <p:cNvSpPr txBox="1">
            <a:spLocks noGrp="1"/>
          </p:cNvSpPr>
          <p:nvPr>
            <p:ph type="title"/>
          </p:nvPr>
        </p:nvSpPr>
        <p:spPr>
          <a:xfrm>
            <a:off x="268925" y="-143620"/>
            <a:ext cx="8520600" cy="831300"/>
          </a:xfrm>
          <a:prstGeom prst="rect">
            <a:avLst/>
          </a:prstGeom>
        </p:spPr>
        <p:txBody>
          <a:bodyPr spcFirstLastPara="1" wrap="square" lIns="91425" tIns="91425" rIns="91425" bIns="91425" anchor="b" anchorCtr="0">
            <a:normAutofit/>
          </a:bodyPr>
          <a:lstStyle/>
          <a:p>
            <a:pPr lvl="0" algn="ctr"/>
            <a:r>
              <a:rPr lang="uk-UA" sz="3200" dirty="0"/>
              <a:t>Темна і світла теми / локалізація</a:t>
            </a:r>
            <a:endParaRPr sz="3200" dirty="0"/>
          </a:p>
        </p:txBody>
      </p:sp>
      <p:pic>
        <p:nvPicPr>
          <p:cNvPr id="129" name="Google Shape;129;p22">
            <a:extLst>
              <a:ext uri="{FF2B5EF4-FFF2-40B4-BE49-F238E27FC236}">
                <a16:creationId xmlns:a16="http://schemas.microsoft.com/office/drawing/2014/main" id="{CC00ED77-3C09-DF98-AE65-D67AFDEA3116}"/>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B1783C3D-174D-6245-4AD4-C94E612E8E10}"/>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16</a:t>
            </a:fld>
            <a:endParaRPr lang="uk-UA" dirty="0"/>
          </a:p>
        </p:txBody>
      </p:sp>
      <p:pic>
        <p:nvPicPr>
          <p:cNvPr id="6" name="Рисунок 5">
            <a:extLst>
              <a:ext uri="{FF2B5EF4-FFF2-40B4-BE49-F238E27FC236}">
                <a16:creationId xmlns:a16="http://schemas.microsoft.com/office/drawing/2014/main" id="{377973D1-9083-946C-9DF0-8C141D841B2B}"/>
              </a:ext>
            </a:extLst>
          </p:cNvPr>
          <p:cNvPicPr>
            <a:picLocks noChangeAspect="1"/>
          </p:cNvPicPr>
          <p:nvPr/>
        </p:nvPicPr>
        <p:blipFill>
          <a:blip r:embed="rId4"/>
          <a:stretch>
            <a:fillRect/>
          </a:stretch>
        </p:blipFill>
        <p:spPr>
          <a:xfrm>
            <a:off x="1461034" y="687680"/>
            <a:ext cx="2981831" cy="4083134"/>
          </a:xfrm>
          <a:prstGeom prst="rect">
            <a:avLst/>
          </a:prstGeom>
        </p:spPr>
      </p:pic>
      <p:pic>
        <p:nvPicPr>
          <p:cNvPr id="8" name="Рисунок 7">
            <a:extLst>
              <a:ext uri="{FF2B5EF4-FFF2-40B4-BE49-F238E27FC236}">
                <a16:creationId xmlns:a16="http://schemas.microsoft.com/office/drawing/2014/main" id="{BD12521C-FC1D-B8C0-7157-5A2B53E61A2D}"/>
              </a:ext>
            </a:extLst>
          </p:cNvPr>
          <p:cNvPicPr>
            <a:picLocks noChangeAspect="1"/>
          </p:cNvPicPr>
          <p:nvPr/>
        </p:nvPicPr>
        <p:blipFill>
          <a:blip r:embed="rId5"/>
          <a:stretch>
            <a:fillRect/>
          </a:stretch>
        </p:blipFill>
        <p:spPr>
          <a:xfrm>
            <a:off x="4907280" y="687680"/>
            <a:ext cx="2964396" cy="4083134"/>
          </a:xfrm>
          <a:prstGeom prst="rect">
            <a:avLst/>
          </a:prstGeom>
        </p:spPr>
      </p:pic>
    </p:spTree>
    <p:extLst>
      <p:ext uri="{BB962C8B-B14F-4D97-AF65-F5344CB8AC3E}">
        <p14:creationId xmlns:p14="http://schemas.microsoft.com/office/powerpoint/2010/main" val="847939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268925" y="-351656"/>
            <a:ext cx="8520600" cy="831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uk" sz="2400" dirty="0"/>
              <a:t>Тестування</a:t>
            </a:r>
            <a:endParaRPr sz="3200" dirty="0"/>
          </a:p>
        </p:txBody>
      </p:sp>
      <p:pic>
        <p:nvPicPr>
          <p:cNvPr id="129" name="Google Shape;129;p22"/>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A28D948D-369C-B702-98D8-76BFF8794D17}"/>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17</a:t>
            </a:fld>
            <a:endParaRPr lang="uk-UA" dirty="0"/>
          </a:p>
        </p:txBody>
      </p:sp>
      <p:sp>
        <p:nvSpPr>
          <p:cNvPr id="6" name="TextBox 5">
            <a:extLst>
              <a:ext uri="{FF2B5EF4-FFF2-40B4-BE49-F238E27FC236}">
                <a16:creationId xmlns:a16="http://schemas.microsoft.com/office/drawing/2014/main" id="{68744F84-538F-D2E5-9024-87AB67EFFD4A}"/>
              </a:ext>
            </a:extLst>
          </p:cNvPr>
          <p:cNvSpPr txBox="1"/>
          <p:nvPr/>
        </p:nvSpPr>
        <p:spPr>
          <a:xfrm>
            <a:off x="4652851" y="392000"/>
            <a:ext cx="4409440" cy="4616648"/>
          </a:xfrm>
          <a:prstGeom prst="rect">
            <a:avLst/>
          </a:prstGeom>
          <a:noFill/>
        </p:spPr>
        <p:txBody>
          <a:bodyPr wrap="square">
            <a:spAutoFit/>
          </a:bodyPr>
          <a:lstStyle/>
          <a:p>
            <a:r>
              <a:rPr lang="uk-UA" dirty="0"/>
              <a:t>Виявлені та вирішені проблеми:</a:t>
            </a:r>
          </a:p>
          <a:p>
            <a:pPr marL="285750" indent="-285750">
              <a:buFont typeface="Arial" panose="020B0604020202020204" pitchFamily="34" charset="0"/>
              <a:buChar char="•"/>
            </a:pPr>
            <a:r>
              <a:rPr lang="en-US" dirty="0"/>
              <a:t>Google OAuth </a:t>
            </a:r>
            <a:r>
              <a:rPr lang="uk-UA" dirty="0"/>
              <a:t>перенаправляв користувача на некоректну адресу (</a:t>
            </a:r>
            <a:r>
              <a:rPr lang="en-US" dirty="0"/>
              <a:t>localhost) </a:t>
            </a:r>
            <a:r>
              <a:rPr lang="uk-UA" dirty="0"/>
              <a:t>після підтвердження акаунту — авторизація повністю блокувалася;</a:t>
            </a:r>
          </a:p>
          <a:p>
            <a:pPr marL="285750" indent="-285750">
              <a:buFont typeface="Arial" panose="020B0604020202020204" pitchFamily="34" charset="0"/>
              <a:buChar char="•"/>
            </a:pPr>
            <a:r>
              <a:rPr lang="uk-UA" dirty="0" err="1"/>
              <a:t>парсер</a:t>
            </a:r>
            <a:r>
              <a:rPr lang="uk-UA" dirty="0"/>
              <a:t> імпорту обробляв невалідні файли "як міг", </a:t>
            </a:r>
          </a:p>
          <a:p>
            <a:pPr marL="285750" indent="-285750">
              <a:buFont typeface="Arial" panose="020B0604020202020204" pitchFamily="34" charset="0"/>
              <a:buChar char="•"/>
            </a:pPr>
            <a:r>
              <a:rPr lang="uk-UA" dirty="0"/>
              <a:t>замість блокування — пошкоджувалась структура даних і картки ставали нефункціональними;</a:t>
            </a:r>
          </a:p>
          <a:p>
            <a:pPr marL="285750" indent="-285750">
              <a:buFont typeface="Arial" panose="020B0604020202020204" pitchFamily="34" charset="0"/>
              <a:buChar char="•"/>
            </a:pPr>
            <a:r>
              <a:rPr lang="uk-UA" dirty="0"/>
              <a:t>адміністратор міг видалити сам себе або зняти з себе права адміністратора — повна втрата контролю над панеллю;</a:t>
            </a:r>
          </a:p>
          <a:p>
            <a:pPr marL="285750" indent="-285750">
              <a:buFont typeface="Arial" panose="020B0604020202020204" pitchFamily="34" charset="0"/>
              <a:buChar char="•"/>
            </a:pPr>
            <a:r>
              <a:rPr lang="uk-UA" dirty="0"/>
              <a:t>оброблені скарги візуально зникали з інтерфейсу, але фактично не видалялись з бази даних.</a:t>
            </a:r>
          </a:p>
          <a:p>
            <a:r>
              <a:rPr lang="uk-UA" dirty="0"/>
              <a:t>Усунено через: перевірку сценаріїв </a:t>
            </a:r>
            <a:r>
              <a:rPr lang="en-US" dirty="0"/>
              <a:t>deep-link, </a:t>
            </a:r>
            <a:r>
              <a:rPr lang="uk-UA" dirty="0"/>
              <a:t>сувору валідацію файлів з перериванням імпорту, блокування деструктивних дій адміністратора щодо власного профілю та коректні каскадні </a:t>
            </a:r>
            <a:r>
              <a:rPr lang="en-US" dirty="0"/>
              <a:t>SQL-</a:t>
            </a:r>
            <a:r>
              <a:rPr lang="uk-UA" dirty="0"/>
              <a:t>запити для очищення скарг.</a:t>
            </a:r>
          </a:p>
        </p:txBody>
      </p:sp>
      <p:pic>
        <p:nvPicPr>
          <p:cNvPr id="8" name="Рисунок 7">
            <a:extLst>
              <a:ext uri="{FF2B5EF4-FFF2-40B4-BE49-F238E27FC236}">
                <a16:creationId xmlns:a16="http://schemas.microsoft.com/office/drawing/2014/main" id="{96A60B69-163A-5161-7FD1-68E8D73E1A7E}"/>
              </a:ext>
            </a:extLst>
          </p:cNvPr>
          <p:cNvPicPr>
            <a:picLocks noChangeAspect="1"/>
          </p:cNvPicPr>
          <p:nvPr/>
        </p:nvPicPr>
        <p:blipFill>
          <a:blip r:embed="rId4"/>
          <a:stretch>
            <a:fillRect/>
          </a:stretch>
        </p:blipFill>
        <p:spPr>
          <a:xfrm>
            <a:off x="216089" y="479644"/>
            <a:ext cx="4163996" cy="3611040"/>
          </a:xfrm>
          <a:prstGeom prst="rect">
            <a:avLst/>
          </a:prstGeom>
        </p:spPr>
      </p:pic>
    </p:spTree>
    <p:extLst>
      <p:ext uri="{BB962C8B-B14F-4D97-AF65-F5344CB8AC3E}">
        <p14:creationId xmlns:p14="http://schemas.microsoft.com/office/powerpoint/2010/main" val="29422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311700" y="-35287"/>
            <a:ext cx="8520600" cy="8313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uk" sz="3200" dirty="0"/>
              <a:t>Висновок </a:t>
            </a:r>
            <a:endParaRPr sz="3200" dirty="0"/>
          </a:p>
        </p:txBody>
      </p:sp>
      <p:pic>
        <p:nvPicPr>
          <p:cNvPr id="143" name="Google Shape;143;p24"/>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2B5B94D8-63F6-7EAC-6461-2DB4B135596F}"/>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18</a:t>
            </a:fld>
            <a:endParaRPr lang="uk-UA" dirty="0"/>
          </a:p>
        </p:txBody>
      </p:sp>
      <p:sp>
        <p:nvSpPr>
          <p:cNvPr id="4" name="TextBox 3">
            <a:extLst>
              <a:ext uri="{FF2B5EF4-FFF2-40B4-BE49-F238E27FC236}">
                <a16:creationId xmlns:a16="http://schemas.microsoft.com/office/drawing/2014/main" id="{0A41349F-EAB9-4FCA-2872-7CB765606B03}"/>
              </a:ext>
            </a:extLst>
          </p:cNvPr>
          <p:cNvSpPr txBox="1"/>
          <p:nvPr/>
        </p:nvSpPr>
        <p:spPr>
          <a:xfrm>
            <a:off x="350025" y="796013"/>
            <a:ext cx="8443950" cy="3391698"/>
          </a:xfrm>
          <a:prstGeom prst="rect">
            <a:avLst/>
          </a:prstGeom>
          <a:noFill/>
        </p:spPr>
        <p:txBody>
          <a:bodyPr wrap="square">
            <a:spAutoFit/>
          </a:bodyPr>
          <a:lstStyle/>
          <a:p>
            <a:pPr algn="just">
              <a:lnSpc>
                <a:spcPct val="120000"/>
              </a:lnSpc>
              <a:buNone/>
            </a:pPr>
            <a:r>
              <a:rPr lang="uk-UA" sz="1600" dirty="0"/>
              <a:t>У результаті роботи реалізовано соціальний модуль кросплатформного застосунку для роботи з навчальними картками — з багатоваріантною автентифікацією, соціальною взаємодією через коментарі та рейтингове оцінювання, глобальним репозиторієм публічного контенту, інтеграцією ШІ для генерації матеріалів, імпортом даних та адміністративною панеллю модерації. Розроблене ПЗ перевірено 143 тестовими та розгорнуто в мережі Інтернет, а результатом стало безпечне й зручне середовище для обміну навчальним контентом між користувачами.</a:t>
            </a:r>
          </a:p>
          <a:p>
            <a:pPr>
              <a:buNone/>
            </a:pPr>
            <a:r>
              <a:rPr lang="uk-UA" sz="1600" dirty="0"/>
              <a:t>Перспективи розвитку модуля:</a:t>
            </a:r>
          </a:p>
          <a:p>
            <a:pPr marL="285750" indent="-285750">
              <a:buFont typeface="Arial" panose="020B0604020202020204" pitchFamily="34" charset="0"/>
              <a:buChar char="•"/>
            </a:pPr>
            <a:r>
              <a:rPr lang="uk-UA" sz="1600" dirty="0"/>
              <a:t>підтримка групових/командних просторів для спільного навчання;</a:t>
            </a:r>
          </a:p>
          <a:p>
            <a:pPr marL="285750" indent="-285750">
              <a:buFont typeface="Arial" panose="020B0604020202020204" pitchFamily="34" charset="0"/>
              <a:buChar char="•"/>
            </a:pPr>
            <a:r>
              <a:rPr lang="uk-UA" sz="1600" dirty="0"/>
              <a:t>розширена система репутації та досягнень користувачів;</a:t>
            </a:r>
          </a:p>
          <a:p>
            <a:pPr marL="285750" indent="-285750">
              <a:buFont typeface="Arial" panose="020B0604020202020204" pitchFamily="34" charset="0"/>
              <a:buChar char="•"/>
            </a:pPr>
            <a:r>
              <a:rPr lang="uk-UA" sz="1600" dirty="0" err="1"/>
              <a:t>модерація</a:t>
            </a:r>
            <a:r>
              <a:rPr lang="uk-UA" sz="1600" dirty="0"/>
              <a:t> на основі ШІ для автоматичного виявлення неприйнятного контенту;</a:t>
            </a:r>
          </a:p>
          <a:p>
            <a:pPr marL="285750" indent="-285750">
              <a:buFont typeface="Arial" panose="020B0604020202020204" pitchFamily="34" charset="0"/>
              <a:buChar char="•"/>
            </a:pPr>
            <a:r>
              <a:rPr lang="uk-UA" sz="1600" dirty="0"/>
              <a:t>підтримка сповіщень про нові коментарі та оцінки в реальному часі.</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444F93F4-4083-5DE0-2377-B653BBBF8C1D}"/>
            </a:ext>
          </a:extLst>
        </p:cNvPr>
        <p:cNvGrpSpPr/>
        <p:nvPr/>
      </p:nvGrpSpPr>
      <p:grpSpPr>
        <a:xfrm>
          <a:off x="0" y="0"/>
          <a:ext cx="0" cy="0"/>
          <a:chOff x="0" y="0"/>
          <a:chExt cx="0" cy="0"/>
        </a:xfrm>
      </p:grpSpPr>
      <p:sp>
        <p:nvSpPr>
          <p:cNvPr id="141" name="Google Shape;141;p24">
            <a:extLst>
              <a:ext uri="{FF2B5EF4-FFF2-40B4-BE49-F238E27FC236}">
                <a16:creationId xmlns:a16="http://schemas.microsoft.com/office/drawing/2014/main" id="{253585B6-E916-95D9-5CF8-26C0C6311AD9}"/>
              </a:ext>
            </a:extLst>
          </p:cNvPr>
          <p:cNvSpPr txBox="1">
            <a:spLocks noGrp="1"/>
          </p:cNvSpPr>
          <p:nvPr>
            <p:ph type="title"/>
          </p:nvPr>
        </p:nvSpPr>
        <p:spPr>
          <a:xfrm>
            <a:off x="311700" y="2156100"/>
            <a:ext cx="8520600" cy="8313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uk" sz="3200" dirty="0"/>
              <a:t>Дякую за увагу! </a:t>
            </a:r>
            <a:endParaRPr sz="3200" dirty="0"/>
          </a:p>
        </p:txBody>
      </p:sp>
      <p:pic>
        <p:nvPicPr>
          <p:cNvPr id="143" name="Google Shape;143;p24">
            <a:extLst>
              <a:ext uri="{FF2B5EF4-FFF2-40B4-BE49-F238E27FC236}">
                <a16:creationId xmlns:a16="http://schemas.microsoft.com/office/drawing/2014/main" id="{5270E25E-D79E-950A-33A8-602E36A68B82}"/>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6661E81E-0FF8-3806-76BC-0F6D863DA61B}"/>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smtClean="0"/>
              <a:t>19</a:t>
            </a:fld>
            <a:endParaRPr lang="uk-UA" dirty="0"/>
          </a:p>
        </p:txBody>
      </p:sp>
    </p:spTree>
    <p:extLst>
      <p:ext uri="{BB962C8B-B14F-4D97-AF65-F5344CB8AC3E}">
        <p14:creationId xmlns:p14="http://schemas.microsoft.com/office/powerpoint/2010/main" val="2892950583"/>
      </p:ext>
    </p:extLst>
  </p:cSld>
  <p:clrMapOvr>
    <a:masterClrMapping/>
  </p:clrMapOvr>
</p:sld>
</file>

<file path=ppt/theme/theme1.xml><?xml version="1.0" encoding="utf-8"?>
<a:theme xmlns:a="http://schemas.openxmlformats.org/drawingml/2006/main" name="Шаблон презентації кваліфікаційної роботи магістрів">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Шаблон_презентації_до_кв_р_бакалавра_2025" id="{157AAEBE-53AF-4A29-9C94-E81E4FEB3309}" vid="{C9E1B74D-71A6-4947-B707-51AE3F6CA059}"/>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104</TotalTime>
  <Words>1466</Words>
  <Application>Microsoft Office PowerPoint</Application>
  <PresentationFormat>Екран (16:9)</PresentationFormat>
  <Paragraphs>243</Paragraphs>
  <Slides>19</Slides>
  <Notes>19</Notes>
  <HiddenSlides>0</HiddenSlides>
  <MMClips>0</MMClips>
  <ScaleCrop>false</ScaleCrop>
  <HeadingPairs>
    <vt:vector size="6" baseType="variant">
      <vt:variant>
        <vt:lpstr>Використані шрифти</vt:lpstr>
      </vt:variant>
      <vt:variant>
        <vt:i4>3</vt:i4>
      </vt:variant>
      <vt:variant>
        <vt:lpstr>Тема</vt:lpstr>
      </vt:variant>
      <vt:variant>
        <vt:i4>1</vt:i4>
      </vt:variant>
      <vt:variant>
        <vt:lpstr>Заголовки слайдів</vt:lpstr>
      </vt:variant>
      <vt:variant>
        <vt:i4>19</vt:i4>
      </vt:variant>
    </vt:vector>
  </HeadingPairs>
  <TitlesOfParts>
    <vt:vector size="23" baseType="lpstr">
      <vt:lpstr>Open Sans</vt:lpstr>
      <vt:lpstr>Arial</vt:lpstr>
      <vt:lpstr>Economica</vt:lpstr>
      <vt:lpstr>Шаблон презентації кваліфікаційної роботи магістрів</vt:lpstr>
      <vt:lpstr>Програмна система для створення навчальних карт.  Модуль соціальної функціональності </vt:lpstr>
      <vt:lpstr>Мета роботи</vt:lpstr>
      <vt:lpstr>Презентація PowerPoint</vt:lpstr>
      <vt:lpstr>Постановка задачі та опис системи</vt:lpstr>
      <vt:lpstr>Діаграми компонентів та розгортання</vt:lpstr>
      <vt:lpstr>Вибір технологій розробки </vt:lpstr>
      <vt:lpstr>Проєктування бази даних</vt:lpstr>
      <vt:lpstr>Приклад реалізації - Крос-платформний Google OAuth</vt:lpstr>
      <vt:lpstr>Захист адміністратора від самоблокування</vt:lpstr>
      <vt:lpstr>AI-пайплайн: Gemini підбирає ключові слова</vt:lpstr>
      <vt:lpstr>AI-пайплайн: Pixabay: пошук фото за отриманими ключовими словами</vt:lpstr>
      <vt:lpstr>Авторизація і додатковий функціонал</vt:lpstr>
      <vt:lpstr>Оцінки та відгуки на дошку</vt:lpstr>
      <vt:lpstr>Адміністративна панель</vt:lpstr>
      <vt:lpstr>Імпорт</vt:lpstr>
      <vt:lpstr>Темна і світла теми / локалізація</vt:lpstr>
      <vt:lpstr>Тестування</vt:lpstr>
      <vt:lpstr>Висновок </vt:lpstr>
      <vt:lpstr>Дякую за увагу!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Тема роботи</dc:title>
  <dc:creator>Lexin</dc:creator>
  <cp:lastModifiedBy>Kriss KL</cp:lastModifiedBy>
  <cp:revision>7</cp:revision>
  <dcterms:created xsi:type="dcterms:W3CDTF">2024-10-03T11:39:34Z</dcterms:created>
  <dcterms:modified xsi:type="dcterms:W3CDTF">2026-07-14T14:20:17Z</dcterms:modified>
</cp:coreProperties>
</file>